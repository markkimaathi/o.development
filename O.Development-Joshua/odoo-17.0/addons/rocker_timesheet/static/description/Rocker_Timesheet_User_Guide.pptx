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media/image23.png" ContentType="image/png"/>
  <Override PartName="/ppt/media/image22.png" ContentType="image/png"/>
  <Override PartName="/ppt/media/image21.png" ContentType="image/png"/>
  <Override PartName="/ppt/media/image19.png" ContentType="image/png"/>
  <Override PartName="/ppt/media/image20.png" ContentType="image/png"/>
  <Override PartName="/ppt/media/image28.png" ContentType="image/png"/>
  <Override PartName="/ppt/media/image5.png" ContentType="image/png"/>
  <Override PartName="/ppt/media/image30.png" ContentType="image/png"/>
  <Override PartName="/ppt/media/image9.png" ContentType="image/png"/>
  <Override PartName="/ppt/media/image10.png" ContentType="image/png"/>
  <Override PartName="/ppt/media/image29.png" ContentType="image/png"/>
  <Override PartName="/ppt/media/image6.png" ContentType="image/png"/>
  <Override PartName="/ppt/media/image11.png" ContentType="image/png"/>
  <Override PartName="/ppt/media/image7.png" ContentType="image/png"/>
  <Override PartName="/ppt/media/image12.png" ContentType="image/png"/>
  <Override PartName="/ppt/media/image8.png" ContentType="image/png"/>
  <Override PartName="/ppt/media/image13.png" ContentType="image/png"/>
  <Override PartName="/ppt/media/image34.png" ContentType="image/png"/>
  <Override PartName="/ppt/media/image4.png" ContentType="image/png"/>
  <Override PartName="/ppt/media/image27.png" ContentType="image/png"/>
  <Override PartName="/ppt/media/image33.png" ContentType="image/png"/>
  <Override PartName="/ppt/media/image3.png" ContentType="image/png"/>
  <Override PartName="/ppt/media/image26.png" ContentType="image/png"/>
  <Override PartName="/ppt/media/image32.png" ContentType="image/png"/>
  <Override PartName="/ppt/media/image2.png" ContentType="image/png"/>
  <Override PartName="/ppt/media/image25.png" ContentType="image/png"/>
  <Override PartName="/ppt/media/image31.png" ContentType="image/png"/>
  <Override PartName="/ppt/media/image1.png" ContentType="image/png"/>
  <Override PartName="/ppt/media/image24.png" ContentType="image/png"/>
  <Override PartName="/ppt/media/image14.png" ContentType="image/png"/>
  <Override PartName="/ppt/media/image15.png" ContentType="image/png"/>
  <Override PartName="/ppt/media/image16.png" ContentType="image/png"/>
  <Override PartName="/ppt/media/image17.png" ContentType="image/png"/>
  <Override PartName="/ppt/media/image18.png" ContentType="image/png"/>
  <Override PartName="/ppt/presProps.xml" ContentType="application/vnd.openxmlformats-officedocument.presentationml.presProps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7.xml" ContentType="application/vnd.openxmlformats-officedocument.presentationml.slide+xml"/>
  <Override PartName="/ppt/slides/slide19.xml" ContentType="application/vnd.openxmlformats-officedocument.presentationml.slide+xml"/>
  <Override PartName="/ppt/slides/slide4.xml" ContentType="application/vnd.openxmlformats-officedocument.presentationml.slide+xml"/>
  <Override PartName="/ppt/slides/slide6.xml" ContentType="application/vnd.openxmlformats-officedocument.presentationml.slide+xml"/>
  <Override PartName="/ppt/slides/slide20.xml" ContentType="application/vnd.openxmlformats-officedocument.presentationml.slide+xml"/>
  <Override PartName="/ppt/slides/slide18.xml" ContentType="application/vnd.openxmlformats-officedocument.presentationml.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20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3.xml.rels" ContentType="application/vnd.openxmlformats-package.relationships+xml"/>
  <Override PartName="/ppt/slides/_rels/slide16.xml.rels" ContentType="application/vnd.openxmlformats-package.relationships+xml"/>
  <Override PartName="/ppt/slides/_rels/slide12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11.xml.rels" ContentType="application/vnd.openxmlformats-package.relationships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19.xml.rels" ContentType="application/vnd.openxmlformats-package.relationships+xml"/>
  <Override PartName="/ppt/slides/_rels/slide3.xml.rels" ContentType="application/vnd.openxmlformats-package.relationships+xml"/>
  <Override PartName="/ppt/slides/_rels/slide6.xml.rels" ContentType="application/vnd.openxmlformats-package.relationships+xml"/>
  <Override PartName="/ppt/slides/_rels/slide18.xml.rels" ContentType="application/vnd.openxmlformats-package.relationships+xml"/>
  <Override PartName="/ppt/slides/_rels/slide17.xml.rels" ContentType="application/vnd.openxmlformats-package.relationships+xml"/>
  <Override PartName="/ppt/slides/slide16.xml" ContentType="application/vnd.openxmlformats-officedocument.presentationml.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14.xml" ContentType="application/vnd.openxmlformats-officedocument.presentationml.slide+xml"/>
  <Override PartName="/ppt/slides/slide5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</p:sldIdLst>
  <p:sldSz cx="12192000" cy="6858000"/>
  <p:notesSz cx="7772400" cy="100584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dt" idx="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786960" y="379800"/>
            <a:ext cx="8911080" cy="1280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dt" idx="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786960" y="379800"/>
            <a:ext cx="8911080" cy="1280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dt" idx="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786960" y="379800"/>
            <a:ext cx="8911080" cy="1280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7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dt" idx="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786960" y="379800"/>
            <a:ext cx="8911080" cy="1280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dt" idx="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subTitle"/>
          </p:nvPr>
        </p:nvSpPr>
        <p:spPr>
          <a:xfrm>
            <a:off x="786960" y="379800"/>
            <a:ext cx="8911080" cy="593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dt" idx="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786960" y="379800"/>
            <a:ext cx="8911080" cy="1280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dt" idx="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786960" y="379800"/>
            <a:ext cx="8911080" cy="1280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dt" idx="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786960" y="379800"/>
            <a:ext cx="8911080" cy="1280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0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1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dt" idx="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type="title"/>
          </p:nvPr>
        </p:nvSpPr>
        <p:spPr>
          <a:xfrm>
            <a:off x="786960" y="379800"/>
            <a:ext cx="8911080" cy="1280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53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4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dt" idx="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786960" y="379800"/>
            <a:ext cx="8911080" cy="1280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dt" idx="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786960" y="379800"/>
            <a:ext cx="8911080" cy="1280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2" name="PlaceHolder 3"/>
          <p:cNvSpPr>
            <a:spLocks noGrp="1"/>
          </p:cNvSpPr>
          <p:nvPr>
            <p:ph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3" name="PlaceHolder 4"/>
          <p:cNvSpPr>
            <a:spLocks noGrp="1"/>
          </p:cNvSpPr>
          <p:nvPr>
            <p:ph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4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5" name="PlaceHolder 6"/>
          <p:cNvSpPr>
            <a:spLocks noGrp="1"/>
          </p:cNvSpPr>
          <p:nvPr>
            <p:ph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6" name="PlaceHolder 7"/>
          <p:cNvSpPr>
            <a:spLocks noGrp="1"/>
          </p:cNvSpPr>
          <p:nvPr>
            <p:ph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dt" idx="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PlaceHolder 1"/>
          <p:cNvSpPr>
            <a:spLocks noGrp="1"/>
          </p:cNvSpPr>
          <p:nvPr>
            <p:ph type="title"/>
          </p:nvPr>
        </p:nvSpPr>
        <p:spPr>
          <a:xfrm>
            <a:off x="786960" y="379800"/>
            <a:ext cx="8911080" cy="1280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00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PlaceHolder 1"/>
          <p:cNvSpPr>
            <a:spLocks noGrp="1"/>
          </p:cNvSpPr>
          <p:nvPr>
            <p:ph type="title"/>
          </p:nvPr>
        </p:nvSpPr>
        <p:spPr>
          <a:xfrm>
            <a:off x="786960" y="379800"/>
            <a:ext cx="8911080" cy="1280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0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PlaceHolder 1"/>
          <p:cNvSpPr>
            <a:spLocks noGrp="1"/>
          </p:cNvSpPr>
          <p:nvPr>
            <p:ph type="title"/>
          </p:nvPr>
        </p:nvSpPr>
        <p:spPr>
          <a:xfrm>
            <a:off x="786960" y="379800"/>
            <a:ext cx="8911080" cy="1280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04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05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PlaceHolder 1"/>
          <p:cNvSpPr>
            <a:spLocks noGrp="1"/>
          </p:cNvSpPr>
          <p:nvPr>
            <p:ph type="title"/>
          </p:nvPr>
        </p:nvSpPr>
        <p:spPr>
          <a:xfrm>
            <a:off x="786960" y="379800"/>
            <a:ext cx="8911080" cy="1280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PlaceHolder 1"/>
          <p:cNvSpPr>
            <a:spLocks noGrp="1"/>
          </p:cNvSpPr>
          <p:nvPr>
            <p:ph type="subTitle"/>
          </p:nvPr>
        </p:nvSpPr>
        <p:spPr>
          <a:xfrm>
            <a:off x="786960" y="379800"/>
            <a:ext cx="8911080" cy="593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PlaceHolder 1"/>
          <p:cNvSpPr>
            <a:spLocks noGrp="1"/>
          </p:cNvSpPr>
          <p:nvPr>
            <p:ph type="title"/>
          </p:nvPr>
        </p:nvSpPr>
        <p:spPr>
          <a:xfrm>
            <a:off x="786960" y="379800"/>
            <a:ext cx="8911080" cy="1280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0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10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11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PlaceHolder 1"/>
          <p:cNvSpPr>
            <a:spLocks noGrp="1"/>
          </p:cNvSpPr>
          <p:nvPr>
            <p:ph type="title"/>
          </p:nvPr>
        </p:nvSpPr>
        <p:spPr>
          <a:xfrm>
            <a:off x="786960" y="379800"/>
            <a:ext cx="8911080" cy="1280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13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14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15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PlaceHolder 1"/>
          <p:cNvSpPr>
            <a:spLocks noGrp="1"/>
          </p:cNvSpPr>
          <p:nvPr>
            <p:ph type="title"/>
          </p:nvPr>
        </p:nvSpPr>
        <p:spPr>
          <a:xfrm>
            <a:off x="786960" y="379800"/>
            <a:ext cx="8911080" cy="1280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1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18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19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PlaceHolder 1"/>
          <p:cNvSpPr>
            <a:spLocks noGrp="1"/>
          </p:cNvSpPr>
          <p:nvPr>
            <p:ph type="title"/>
          </p:nvPr>
        </p:nvSpPr>
        <p:spPr>
          <a:xfrm>
            <a:off x="786960" y="379800"/>
            <a:ext cx="8911080" cy="1280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21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22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PlaceHolder 1"/>
          <p:cNvSpPr>
            <a:spLocks noGrp="1"/>
          </p:cNvSpPr>
          <p:nvPr>
            <p:ph type="title"/>
          </p:nvPr>
        </p:nvSpPr>
        <p:spPr>
          <a:xfrm>
            <a:off x="786960" y="379800"/>
            <a:ext cx="8911080" cy="1280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24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25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26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27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PlaceHolder 1"/>
          <p:cNvSpPr>
            <a:spLocks noGrp="1"/>
          </p:cNvSpPr>
          <p:nvPr>
            <p:ph type="title"/>
          </p:nvPr>
        </p:nvSpPr>
        <p:spPr>
          <a:xfrm>
            <a:off x="786960" y="379800"/>
            <a:ext cx="8911080" cy="1280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2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30" name="PlaceHolder 3"/>
          <p:cNvSpPr>
            <a:spLocks noGrp="1"/>
          </p:cNvSpPr>
          <p:nvPr>
            <p:ph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31" name="PlaceHolder 4"/>
          <p:cNvSpPr>
            <a:spLocks noGrp="1"/>
          </p:cNvSpPr>
          <p:nvPr>
            <p:ph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32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33" name="PlaceHolder 6"/>
          <p:cNvSpPr>
            <a:spLocks noGrp="1"/>
          </p:cNvSpPr>
          <p:nvPr>
            <p:ph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34" name="PlaceHolder 7"/>
          <p:cNvSpPr>
            <a:spLocks noGrp="1"/>
          </p:cNvSpPr>
          <p:nvPr>
            <p:ph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4.xml"/><Relationship Id="rId5" Type="http://schemas.openxmlformats.org/officeDocument/2006/relationships/slideLayout" Target="../slideLayouts/slideLayout15.xml"/><Relationship Id="rId6" Type="http://schemas.openxmlformats.org/officeDocument/2006/relationships/slideLayout" Target="../slideLayouts/slideLayout16.xml"/><Relationship Id="rId7" Type="http://schemas.openxmlformats.org/officeDocument/2006/relationships/slideLayout" Target="../slideLayouts/slideLayout17.xml"/><Relationship Id="rId8" Type="http://schemas.openxmlformats.org/officeDocument/2006/relationships/slideLayout" Target="../slideLayouts/slideLayout18.xml"/><Relationship Id="rId9" Type="http://schemas.openxmlformats.org/officeDocument/2006/relationships/slideLayout" Target="../slideLayouts/slideLayout19.xml"/><Relationship Id="rId10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21.xml"/><Relationship Id="rId12" Type="http://schemas.openxmlformats.org/officeDocument/2006/relationships/slideLayout" Target="../slideLayouts/slideLayout22.xml"/><Relationship Id="rId13" Type="http://schemas.openxmlformats.org/officeDocument/2006/relationships/slideLayout" Target="../slideLayouts/slideLayout23.xml"/><Relationship Id="rId14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ffffff"/>
            </a:gs>
            <a:gs pos="100000">
              <a:srgbClr val="f0f0f0"/>
            </a:gs>
          </a:gsLst>
          <a:path path="circle">
            <a:fillToRect l="25000" t="25000" r="75000" b="75000"/>
          </a:path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0" name="Group 22"/>
          <p:cNvGrpSpPr/>
          <p:nvPr/>
        </p:nvGrpSpPr>
        <p:grpSpPr>
          <a:xfrm>
            <a:off x="0" y="228600"/>
            <a:ext cx="2850840" cy="6638040"/>
            <a:chOff x="0" y="228600"/>
            <a:chExt cx="2850840" cy="6638040"/>
          </a:xfrm>
        </p:grpSpPr>
        <p:sp>
          <p:nvSpPr>
            <p:cNvPr id="1" name="Freeform 11"/>
            <p:cNvSpPr/>
            <p:nvPr/>
          </p:nvSpPr>
          <p:spPr>
            <a:xfrm>
              <a:off x="0" y="2575080"/>
              <a:ext cx="100080" cy="625320"/>
            </a:xfrm>
            <a:custGeom>
              <a:avLst/>
              <a:gdLst/>
              <a:ahLst/>
              <a:rect l="l" t="t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" name="Freeform 12"/>
            <p:cNvSpPr/>
            <p:nvPr/>
          </p:nvSpPr>
          <p:spPr>
            <a:xfrm>
              <a:off x="128520" y="3156480"/>
              <a:ext cx="645840" cy="2321640"/>
            </a:xfrm>
            <a:custGeom>
              <a:avLst/>
              <a:gdLst/>
              <a:ahLst/>
              <a:rect l="l" t="t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" name="Freeform 13"/>
            <p:cNvSpPr/>
            <p:nvPr/>
          </p:nvSpPr>
          <p:spPr>
            <a:xfrm>
              <a:off x="807120" y="5447160"/>
              <a:ext cx="608760" cy="1419480"/>
            </a:xfrm>
            <a:custGeom>
              <a:avLst/>
              <a:gdLst/>
              <a:ahLst/>
              <a:rect l="l" t="t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" name="Freeform 14"/>
            <p:cNvSpPr/>
            <p:nvPr/>
          </p:nvSpPr>
          <p:spPr>
            <a:xfrm>
              <a:off x="959760" y="6503760"/>
              <a:ext cx="170640" cy="362880"/>
            </a:xfrm>
            <a:custGeom>
              <a:avLst/>
              <a:gdLst/>
              <a:ahLst/>
              <a:rect l="l" t="t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" name="Freeform 15"/>
            <p:cNvSpPr/>
            <p:nvPr/>
          </p:nvSpPr>
          <p:spPr>
            <a:xfrm>
              <a:off x="100800" y="3201120"/>
              <a:ext cx="821160" cy="3327840"/>
            </a:xfrm>
            <a:custGeom>
              <a:avLst/>
              <a:gdLst/>
              <a:ahLst/>
              <a:rect l="l" t="t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6" name="Freeform 16"/>
            <p:cNvSpPr/>
            <p:nvPr/>
          </p:nvSpPr>
          <p:spPr>
            <a:xfrm>
              <a:off x="22320" y="228600"/>
              <a:ext cx="105480" cy="2927160"/>
            </a:xfrm>
            <a:custGeom>
              <a:avLst/>
              <a:gdLst/>
              <a:ahLst/>
              <a:rect l="l" t="t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" name="Freeform 17"/>
            <p:cNvSpPr/>
            <p:nvPr/>
          </p:nvSpPr>
          <p:spPr>
            <a:xfrm>
              <a:off x="78120" y="2944080"/>
              <a:ext cx="77400" cy="493200"/>
            </a:xfrm>
            <a:custGeom>
              <a:avLst/>
              <a:gdLst/>
              <a:ahLst/>
              <a:rect l="l" t="t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8" name="Freeform 18"/>
            <p:cNvSpPr/>
            <p:nvPr/>
          </p:nvSpPr>
          <p:spPr>
            <a:xfrm>
              <a:off x="769680" y="5478840"/>
              <a:ext cx="189360" cy="1024200"/>
            </a:xfrm>
            <a:custGeom>
              <a:avLst/>
              <a:gdLst/>
              <a:ahLst/>
              <a:rect l="l" t="t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9" name="Freeform 19"/>
            <p:cNvSpPr/>
            <p:nvPr/>
          </p:nvSpPr>
          <p:spPr>
            <a:xfrm>
              <a:off x="775440" y="1398960"/>
              <a:ext cx="2075400" cy="4047480"/>
            </a:xfrm>
            <a:custGeom>
              <a:avLst/>
              <a:gdLst/>
              <a:ahLst/>
              <a:rect l="l" t="t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0" name="Freeform 20"/>
            <p:cNvSpPr/>
            <p:nvPr/>
          </p:nvSpPr>
          <p:spPr>
            <a:xfrm>
              <a:off x="922680" y="6530040"/>
              <a:ext cx="161280" cy="336600"/>
            </a:xfrm>
            <a:custGeom>
              <a:avLst/>
              <a:gdLst/>
              <a:ahLst/>
              <a:rect l="l" t="t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1" name="Freeform 21"/>
            <p:cNvSpPr/>
            <p:nvPr/>
          </p:nvSpPr>
          <p:spPr>
            <a:xfrm>
              <a:off x="769680" y="5359320"/>
              <a:ext cx="36720" cy="221040"/>
            </a:xfrm>
            <a:custGeom>
              <a:avLst/>
              <a:gdLst/>
              <a:ahLst/>
              <a:rect l="l" t="t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2" name="Freeform 22"/>
            <p:cNvSpPr/>
            <p:nvPr/>
          </p:nvSpPr>
          <p:spPr>
            <a:xfrm>
              <a:off x="849960" y="6244560"/>
              <a:ext cx="237960" cy="621720"/>
            </a:xfrm>
            <a:custGeom>
              <a:avLst/>
              <a:gdLst/>
              <a:ahLst/>
              <a:rect l="l" t="t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13" name="Group 9"/>
          <p:cNvGrpSpPr/>
          <p:nvPr/>
        </p:nvGrpSpPr>
        <p:grpSpPr>
          <a:xfrm>
            <a:off x="27360" y="-720"/>
            <a:ext cx="2355840" cy="6853320"/>
            <a:chOff x="27360" y="-720"/>
            <a:chExt cx="2355840" cy="6853320"/>
          </a:xfrm>
        </p:grpSpPr>
        <p:sp>
          <p:nvSpPr>
            <p:cNvPr id="14" name="Freeform 27"/>
            <p:cNvSpPr/>
            <p:nvPr/>
          </p:nvSpPr>
          <p:spPr>
            <a:xfrm>
              <a:off x="27360" y="-720"/>
              <a:ext cx="493560" cy="4400280"/>
            </a:xfrm>
            <a:custGeom>
              <a:avLst/>
              <a:gdLst/>
              <a:ahLst/>
              <a:rect l="l" t="t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5" name="Freeform 28"/>
            <p:cNvSpPr/>
            <p:nvPr/>
          </p:nvSpPr>
          <p:spPr>
            <a:xfrm>
              <a:off x="550440" y="4316400"/>
              <a:ext cx="422640" cy="1580040"/>
            </a:xfrm>
            <a:custGeom>
              <a:avLst/>
              <a:gdLst/>
              <a:ahLst/>
              <a:rect l="l" t="t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6" name="Freeform 29"/>
            <p:cNvSpPr/>
            <p:nvPr/>
          </p:nvSpPr>
          <p:spPr>
            <a:xfrm>
              <a:off x="1006200" y="5862600"/>
              <a:ext cx="430200" cy="990000"/>
            </a:xfrm>
            <a:custGeom>
              <a:avLst/>
              <a:gdLst/>
              <a:ahLst/>
              <a:rect l="l" t="t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7" name="Freeform 30"/>
            <p:cNvSpPr/>
            <p:nvPr/>
          </p:nvSpPr>
          <p:spPr>
            <a:xfrm>
              <a:off x="521640" y="4364280"/>
              <a:ext cx="551160" cy="2235240"/>
            </a:xfrm>
            <a:custGeom>
              <a:avLst/>
              <a:gdLst/>
              <a:ahLst/>
              <a:rect l="l" t="t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8" name="Freeform 31"/>
            <p:cNvSpPr/>
            <p:nvPr/>
          </p:nvSpPr>
          <p:spPr>
            <a:xfrm>
              <a:off x="468000" y="1289160"/>
              <a:ext cx="173520" cy="3026520"/>
            </a:xfrm>
            <a:custGeom>
              <a:avLst/>
              <a:gdLst/>
              <a:ahLst/>
              <a:rect l="l" t="t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9" name="Freeform 32"/>
            <p:cNvSpPr/>
            <p:nvPr/>
          </p:nvSpPr>
          <p:spPr>
            <a:xfrm>
              <a:off x="1111680" y="6571440"/>
              <a:ext cx="133560" cy="280800"/>
            </a:xfrm>
            <a:custGeom>
              <a:avLst/>
              <a:gdLst/>
              <a:ahLst/>
              <a:rect l="l" t="t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0" name="Freeform 33"/>
            <p:cNvSpPr/>
            <p:nvPr/>
          </p:nvSpPr>
          <p:spPr>
            <a:xfrm>
              <a:off x="502560" y="4107600"/>
              <a:ext cx="81720" cy="510840"/>
            </a:xfrm>
            <a:custGeom>
              <a:avLst/>
              <a:gdLst/>
              <a:ahLst/>
              <a:rect l="l" t="t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1" name="Freeform 34"/>
            <p:cNvSpPr/>
            <p:nvPr/>
          </p:nvSpPr>
          <p:spPr>
            <a:xfrm>
              <a:off x="973800" y="3145680"/>
              <a:ext cx="1409400" cy="2716200"/>
            </a:xfrm>
            <a:custGeom>
              <a:avLst/>
              <a:gdLst/>
              <a:ahLst/>
              <a:rect l="l" t="t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2" name="Freeform 35"/>
            <p:cNvSpPr/>
            <p:nvPr/>
          </p:nvSpPr>
          <p:spPr>
            <a:xfrm>
              <a:off x="1073520" y="6600240"/>
              <a:ext cx="119880" cy="252360"/>
            </a:xfrm>
            <a:custGeom>
              <a:avLst/>
              <a:gdLst/>
              <a:ahLst/>
              <a:rect l="l" t="t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3" name="Freeform 36"/>
            <p:cNvSpPr/>
            <p:nvPr/>
          </p:nvSpPr>
          <p:spPr>
            <a:xfrm>
              <a:off x="973800" y="5897160"/>
              <a:ext cx="137160" cy="673560"/>
            </a:xfrm>
            <a:custGeom>
              <a:avLst/>
              <a:gdLst/>
              <a:ahLst/>
              <a:rect l="l" t="t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4" name="Freeform 37"/>
            <p:cNvSpPr/>
            <p:nvPr/>
          </p:nvSpPr>
          <p:spPr>
            <a:xfrm>
              <a:off x="973800" y="5772600"/>
              <a:ext cx="37440" cy="227160"/>
            </a:xfrm>
            <a:custGeom>
              <a:avLst/>
              <a:gdLst/>
              <a:ahLst/>
              <a:rect l="l" t="t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5" name="Freeform 38"/>
            <p:cNvSpPr/>
            <p:nvPr/>
          </p:nvSpPr>
          <p:spPr>
            <a:xfrm>
              <a:off x="1006200" y="6322680"/>
              <a:ext cx="209880" cy="529920"/>
            </a:xfrm>
            <a:custGeom>
              <a:avLst/>
              <a:gdLst/>
              <a:ahLst/>
              <a:rect l="l" t="t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26" name="Rectangle 6"/>
          <p:cNvSpPr/>
          <p:nvPr/>
        </p:nvSpPr>
        <p:spPr>
          <a:xfrm>
            <a:off x="0" y="0"/>
            <a:ext cx="182160" cy="6857280"/>
          </a:xfrm>
          <a:prstGeom prst="rect">
            <a:avLst/>
          </a:prstGeom>
          <a:solidFill>
            <a:schemeClr val="tx2"/>
          </a:solidFill>
          <a:ln>
            <a:noFill/>
          </a:ln>
          <a:effectLst>
            <a:outerShdw blurRad="38160" dir="5400000" dist="25560" rotWithShape="0">
              <a:srgbClr val="000000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786960" y="379800"/>
            <a:ext cx="8911080" cy="1280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pc="-1" strike="noStrike">
                <a:latin typeface="Arial"/>
              </a:rPr>
              <a:t>Click to edit the title text format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 type="ftr" idx="1"/>
          </p:nvPr>
        </p:nvSpPr>
        <p:spPr>
          <a:xfrm>
            <a:off x="2589120" y="6135840"/>
            <a:ext cx="761940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algn="ctr">
              <a:lnSpc>
                <a:spcPct val="100000"/>
              </a:lnSpc>
              <a:buNone/>
              <a:defRPr b="0" lang="en-US" sz="1400" spc="-1" strike="noStrike">
                <a:latin typeface="Times New Roman"/>
              </a:defRPr>
            </a:lvl1pPr>
          </a:lstStyle>
          <a:p>
            <a:pPr algn="ctr">
              <a:lnSpc>
                <a:spcPct val="100000"/>
              </a:lnSpc>
              <a:buNone/>
            </a:pPr>
            <a:r>
              <a:rPr b="0" lang="en-US" sz="1400" spc="-1" strike="noStrike">
                <a:latin typeface="Times New Roman"/>
              </a:rPr>
              <a:t>&lt;footer&gt;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 type="dt" idx="2"/>
          </p:nvPr>
        </p:nvSpPr>
        <p:spPr>
          <a:xfrm>
            <a:off x="10361520" y="6130440"/>
            <a:ext cx="1145520" cy="369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>
              <a:defRPr b="0" lang="en-US" sz="1400" spc="-1" strike="noStrike">
                <a:latin typeface="Times New Roman"/>
              </a:defRPr>
            </a:lvl1pPr>
          </a:lstStyle>
          <a:p>
            <a:r>
              <a:rPr b="0" lang="en-US" sz="1400" spc="-1" strike="noStrike">
                <a:latin typeface="Times New Roman"/>
              </a:rPr>
              <a:t>&lt;date/time&gt;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Click to edit the outline text format</a:t>
            </a:r>
            <a:endParaRPr b="0" lang="en-US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latin typeface="Arial"/>
              </a:rPr>
              <a:t>Second Outline Level</a:t>
            </a:r>
            <a:endParaRPr b="0" lang="en-US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Third Outline Level</a:t>
            </a:r>
            <a:endParaRPr b="0" lang="en-US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latin typeface="Arial"/>
              </a:rPr>
              <a:t>Fourth Outline Level</a:t>
            </a:r>
            <a:endParaRPr b="0" lang="en-US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Fifth Outline Level</a:t>
            </a:r>
            <a:endParaRPr b="0" lang="en-US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Sixth Outline Level</a:t>
            </a:r>
            <a:endParaRPr b="0" lang="en-US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Seventh Outline Level</a:t>
            </a:r>
            <a:endParaRPr b="0" lang="en-US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ffffff"/>
            </a:gs>
            <a:gs pos="100000">
              <a:srgbClr val="f0f0f0"/>
            </a:gs>
          </a:gsLst>
          <a:path path="circle">
            <a:fillToRect l="25000" t="25000" r="75000" b="75000"/>
          </a:path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7" name="Group 22"/>
          <p:cNvGrpSpPr/>
          <p:nvPr/>
        </p:nvGrpSpPr>
        <p:grpSpPr>
          <a:xfrm>
            <a:off x="0" y="228600"/>
            <a:ext cx="2850840" cy="6638040"/>
            <a:chOff x="0" y="228600"/>
            <a:chExt cx="2850840" cy="6638040"/>
          </a:xfrm>
        </p:grpSpPr>
        <p:sp>
          <p:nvSpPr>
            <p:cNvPr id="68" name="Freeform 11"/>
            <p:cNvSpPr/>
            <p:nvPr/>
          </p:nvSpPr>
          <p:spPr>
            <a:xfrm>
              <a:off x="0" y="2575080"/>
              <a:ext cx="100080" cy="625320"/>
            </a:xfrm>
            <a:custGeom>
              <a:avLst/>
              <a:gdLst/>
              <a:ahLst/>
              <a:rect l="l" t="t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69" name="Freeform 12"/>
            <p:cNvSpPr/>
            <p:nvPr/>
          </p:nvSpPr>
          <p:spPr>
            <a:xfrm>
              <a:off x="128520" y="3156480"/>
              <a:ext cx="645840" cy="2321640"/>
            </a:xfrm>
            <a:custGeom>
              <a:avLst/>
              <a:gdLst/>
              <a:ahLst/>
              <a:rect l="l" t="t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0" name="Freeform 13"/>
            <p:cNvSpPr/>
            <p:nvPr/>
          </p:nvSpPr>
          <p:spPr>
            <a:xfrm>
              <a:off x="807120" y="5447160"/>
              <a:ext cx="608760" cy="1419480"/>
            </a:xfrm>
            <a:custGeom>
              <a:avLst/>
              <a:gdLst/>
              <a:ahLst/>
              <a:rect l="l" t="t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1" name="Freeform 14"/>
            <p:cNvSpPr/>
            <p:nvPr/>
          </p:nvSpPr>
          <p:spPr>
            <a:xfrm>
              <a:off x="959760" y="6503760"/>
              <a:ext cx="170640" cy="362880"/>
            </a:xfrm>
            <a:custGeom>
              <a:avLst/>
              <a:gdLst/>
              <a:ahLst/>
              <a:rect l="l" t="t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2" name="Freeform 15"/>
            <p:cNvSpPr/>
            <p:nvPr/>
          </p:nvSpPr>
          <p:spPr>
            <a:xfrm>
              <a:off x="100800" y="3201120"/>
              <a:ext cx="821160" cy="3327840"/>
            </a:xfrm>
            <a:custGeom>
              <a:avLst/>
              <a:gdLst/>
              <a:ahLst/>
              <a:rect l="l" t="t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3" name="Freeform 16"/>
            <p:cNvSpPr/>
            <p:nvPr/>
          </p:nvSpPr>
          <p:spPr>
            <a:xfrm>
              <a:off x="22320" y="228600"/>
              <a:ext cx="105480" cy="2927160"/>
            </a:xfrm>
            <a:custGeom>
              <a:avLst/>
              <a:gdLst/>
              <a:ahLst/>
              <a:rect l="l" t="t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4" name="Freeform 17"/>
            <p:cNvSpPr/>
            <p:nvPr/>
          </p:nvSpPr>
          <p:spPr>
            <a:xfrm>
              <a:off x="78120" y="2944080"/>
              <a:ext cx="77400" cy="493200"/>
            </a:xfrm>
            <a:custGeom>
              <a:avLst/>
              <a:gdLst/>
              <a:ahLst/>
              <a:rect l="l" t="t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5" name="Freeform 18"/>
            <p:cNvSpPr/>
            <p:nvPr/>
          </p:nvSpPr>
          <p:spPr>
            <a:xfrm>
              <a:off x="769680" y="5478840"/>
              <a:ext cx="189360" cy="1024200"/>
            </a:xfrm>
            <a:custGeom>
              <a:avLst/>
              <a:gdLst/>
              <a:ahLst/>
              <a:rect l="l" t="t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6" name="Freeform 19"/>
            <p:cNvSpPr/>
            <p:nvPr/>
          </p:nvSpPr>
          <p:spPr>
            <a:xfrm>
              <a:off x="775440" y="1398960"/>
              <a:ext cx="2075400" cy="4047480"/>
            </a:xfrm>
            <a:custGeom>
              <a:avLst/>
              <a:gdLst/>
              <a:ahLst/>
              <a:rect l="l" t="t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7" name="Freeform 20"/>
            <p:cNvSpPr/>
            <p:nvPr/>
          </p:nvSpPr>
          <p:spPr>
            <a:xfrm>
              <a:off x="922680" y="6530040"/>
              <a:ext cx="161280" cy="336600"/>
            </a:xfrm>
            <a:custGeom>
              <a:avLst/>
              <a:gdLst/>
              <a:ahLst/>
              <a:rect l="l" t="t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8" name="Freeform 21"/>
            <p:cNvSpPr/>
            <p:nvPr/>
          </p:nvSpPr>
          <p:spPr>
            <a:xfrm>
              <a:off x="769680" y="5359320"/>
              <a:ext cx="36720" cy="221040"/>
            </a:xfrm>
            <a:custGeom>
              <a:avLst/>
              <a:gdLst/>
              <a:ahLst/>
              <a:rect l="l" t="t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9" name="Freeform 22"/>
            <p:cNvSpPr/>
            <p:nvPr/>
          </p:nvSpPr>
          <p:spPr>
            <a:xfrm>
              <a:off x="849960" y="6244560"/>
              <a:ext cx="237960" cy="621720"/>
            </a:xfrm>
            <a:custGeom>
              <a:avLst/>
              <a:gdLst/>
              <a:ahLst/>
              <a:rect l="l" t="t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80" name="Group 9"/>
          <p:cNvGrpSpPr/>
          <p:nvPr/>
        </p:nvGrpSpPr>
        <p:grpSpPr>
          <a:xfrm>
            <a:off x="27360" y="-720"/>
            <a:ext cx="2355840" cy="6853320"/>
            <a:chOff x="27360" y="-720"/>
            <a:chExt cx="2355840" cy="6853320"/>
          </a:xfrm>
        </p:grpSpPr>
        <p:sp>
          <p:nvSpPr>
            <p:cNvPr id="81" name="Freeform 27"/>
            <p:cNvSpPr/>
            <p:nvPr/>
          </p:nvSpPr>
          <p:spPr>
            <a:xfrm>
              <a:off x="27360" y="-720"/>
              <a:ext cx="493560" cy="4400280"/>
            </a:xfrm>
            <a:custGeom>
              <a:avLst/>
              <a:gdLst/>
              <a:ahLst/>
              <a:rect l="l" t="t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82" name="Freeform 28"/>
            <p:cNvSpPr/>
            <p:nvPr/>
          </p:nvSpPr>
          <p:spPr>
            <a:xfrm>
              <a:off x="550440" y="4316400"/>
              <a:ext cx="422640" cy="1580040"/>
            </a:xfrm>
            <a:custGeom>
              <a:avLst/>
              <a:gdLst/>
              <a:ahLst/>
              <a:rect l="l" t="t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83" name="Freeform 29"/>
            <p:cNvSpPr/>
            <p:nvPr/>
          </p:nvSpPr>
          <p:spPr>
            <a:xfrm>
              <a:off x="1006200" y="5862600"/>
              <a:ext cx="430200" cy="990000"/>
            </a:xfrm>
            <a:custGeom>
              <a:avLst/>
              <a:gdLst/>
              <a:ahLst/>
              <a:rect l="l" t="t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84" name="Freeform 30"/>
            <p:cNvSpPr/>
            <p:nvPr/>
          </p:nvSpPr>
          <p:spPr>
            <a:xfrm>
              <a:off x="521640" y="4364280"/>
              <a:ext cx="551160" cy="2235240"/>
            </a:xfrm>
            <a:custGeom>
              <a:avLst/>
              <a:gdLst/>
              <a:ahLst/>
              <a:rect l="l" t="t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85" name="Freeform 31"/>
            <p:cNvSpPr/>
            <p:nvPr/>
          </p:nvSpPr>
          <p:spPr>
            <a:xfrm>
              <a:off x="468000" y="1289160"/>
              <a:ext cx="173520" cy="3026520"/>
            </a:xfrm>
            <a:custGeom>
              <a:avLst/>
              <a:gdLst/>
              <a:ahLst/>
              <a:rect l="l" t="t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86" name="Freeform 32"/>
            <p:cNvSpPr/>
            <p:nvPr/>
          </p:nvSpPr>
          <p:spPr>
            <a:xfrm>
              <a:off x="1111680" y="6571440"/>
              <a:ext cx="133560" cy="280800"/>
            </a:xfrm>
            <a:custGeom>
              <a:avLst/>
              <a:gdLst/>
              <a:ahLst/>
              <a:rect l="l" t="t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87" name="Freeform 33"/>
            <p:cNvSpPr/>
            <p:nvPr/>
          </p:nvSpPr>
          <p:spPr>
            <a:xfrm>
              <a:off x="502560" y="4107600"/>
              <a:ext cx="81720" cy="510840"/>
            </a:xfrm>
            <a:custGeom>
              <a:avLst/>
              <a:gdLst/>
              <a:ahLst/>
              <a:rect l="l" t="t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88" name="Freeform 34"/>
            <p:cNvSpPr/>
            <p:nvPr/>
          </p:nvSpPr>
          <p:spPr>
            <a:xfrm>
              <a:off x="973800" y="3145680"/>
              <a:ext cx="1409400" cy="2716200"/>
            </a:xfrm>
            <a:custGeom>
              <a:avLst/>
              <a:gdLst/>
              <a:ahLst/>
              <a:rect l="l" t="t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89" name="Freeform 35"/>
            <p:cNvSpPr/>
            <p:nvPr/>
          </p:nvSpPr>
          <p:spPr>
            <a:xfrm>
              <a:off x="1073520" y="6600240"/>
              <a:ext cx="119880" cy="252360"/>
            </a:xfrm>
            <a:custGeom>
              <a:avLst/>
              <a:gdLst/>
              <a:ahLst/>
              <a:rect l="l" t="t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90" name="Freeform 36"/>
            <p:cNvSpPr/>
            <p:nvPr/>
          </p:nvSpPr>
          <p:spPr>
            <a:xfrm>
              <a:off x="973800" y="5897160"/>
              <a:ext cx="137160" cy="673560"/>
            </a:xfrm>
            <a:custGeom>
              <a:avLst/>
              <a:gdLst/>
              <a:ahLst/>
              <a:rect l="l" t="t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91" name="Freeform 37"/>
            <p:cNvSpPr/>
            <p:nvPr/>
          </p:nvSpPr>
          <p:spPr>
            <a:xfrm>
              <a:off x="973800" y="5772600"/>
              <a:ext cx="37440" cy="227160"/>
            </a:xfrm>
            <a:custGeom>
              <a:avLst/>
              <a:gdLst/>
              <a:ahLst/>
              <a:rect l="l" t="t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92" name="Freeform 38"/>
            <p:cNvSpPr/>
            <p:nvPr/>
          </p:nvSpPr>
          <p:spPr>
            <a:xfrm>
              <a:off x="1006200" y="6322680"/>
              <a:ext cx="209880" cy="529920"/>
            </a:xfrm>
            <a:custGeom>
              <a:avLst/>
              <a:gdLst/>
              <a:ahLst/>
              <a:rect l="l" t="t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93" name="Rectangle 6"/>
          <p:cNvSpPr/>
          <p:nvPr/>
        </p:nvSpPr>
        <p:spPr>
          <a:xfrm>
            <a:off x="0" y="0"/>
            <a:ext cx="182160" cy="6857280"/>
          </a:xfrm>
          <a:prstGeom prst="rect">
            <a:avLst/>
          </a:prstGeom>
          <a:solidFill>
            <a:schemeClr val="tx2"/>
          </a:solidFill>
          <a:ln>
            <a:noFill/>
          </a:ln>
          <a:effectLst>
            <a:outerShdw blurRad="38160" dir="5400000" dist="25560" rotWithShape="0">
              <a:srgbClr val="000000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pic>
        <p:nvPicPr>
          <p:cNvPr id="94" name="Picture 5" descr=""/>
          <p:cNvPicPr/>
          <p:nvPr/>
        </p:nvPicPr>
        <p:blipFill>
          <a:blip r:embed="rId2"/>
          <a:stretch/>
        </p:blipFill>
        <p:spPr>
          <a:xfrm>
            <a:off x="10693440" y="74160"/>
            <a:ext cx="1422360" cy="1422360"/>
          </a:xfrm>
          <a:prstGeom prst="rect">
            <a:avLst/>
          </a:prstGeom>
          <a:ln w="0">
            <a:noFill/>
          </a:ln>
        </p:spPr>
      </p:pic>
      <p:sp>
        <p:nvSpPr>
          <p:cNvPr id="95" name="PlaceHolder 1"/>
          <p:cNvSpPr>
            <a:spLocks noGrp="1"/>
          </p:cNvSpPr>
          <p:nvPr>
            <p:ph type="title"/>
          </p:nvPr>
        </p:nvSpPr>
        <p:spPr>
          <a:xfrm>
            <a:off x="786960" y="379800"/>
            <a:ext cx="8911080" cy="1280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pc="-1" strike="noStrike">
                <a:latin typeface="Arial"/>
              </a:rPr>
              <a:t>Click to edit the title text format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96" name="PlaceHolder 2"/>
          <p:cNvSpPr>
            <a:spLocks noGrp="1"/>
          </p:cNvSpPr>
          <p:nvPr>
            <p:ph type="ftr" idx="3"/>
          </p:nvPr>
        </p:nvSpPr>
        <p:spPr>
          <a:xfrm>
            <a:off x="2589120" y="6135840"/>
            <a:ext cx="761940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algn="ctr">
              <a:lnSpc>
                <a:spcPct val="100000"/>
              </a:lnSpc>
              <a:buNone/>
              <a:defRPr b="0" lang="en-US" sz="1400" spc="-1" strike="noStrike">
                <a:latin typeface="Times New Roman"/>
              </a:defRPr>
            </a:lvl1pPr>
          </a:lstStyle>
          <a:p>
            <a:pPr algn="ctr">
              <a:lnSpc>
                <a:spcPct val="100000"/>
              </a:lnSpc>
              <a:buNone/>
            </a:pPr>
            <a:r>
              <a:rPr b="0" lang="en-US" sz="1400" spc="-1" strike="noStrike">
                <a:latin typeface="Times New Roman"/>
              </a:rPr>
              <a:t>&lt;footer&gt;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97" name="PlaceHolder 3"/>
          <p:cNvSpPr>
            <a:spLocks noGrp="1"/>
          </p:cNvSpPr>
          <p:nvPr>
            <p:ph type="dt" idx="4"/>
          </p:nvPr>
        </p:nvSpPr>
        <p:spPr>
          <a:xfrm>
            <a:off x="10361520" y="6130440"/>
            <a:ext cx="1145520" cy="369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>
              <a:defRPr b="0" lang="en-US" sz="1400" spc="-1" strike="noStrike">
                <a:latin typeface="Times New Roman"/>
              </a:defRPr>
            </a:lvl1pPr>
          </a:lstStyle>
          <a:p>
            <a:r>
              <a:rPr b="0" lang="en-US" sz="1400" spc="-1" strike="noStrike">
                <a:latin typeface="Times New Roman"/>
              </a:rPr>
              <a:t>&lt;date/time&gt;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98" name="PlaceHolder 4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Click to edit the outline text format</a:t>
            </a:r>
            <a:endParaRPr b="0" lang="en-US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latin typeface="Arial"/>
              </a:rPr>
              <a:t>Second Outline Level</a:t>
            </a:r>
            <a:endParaRPr b="0" lang="en-US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Third Outline Level</a:t>
            </a:r>
            <a:endParaRPr b="0" lang="en-US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latin typeface="Arial"/>
              </a:rPr>
              <a:t>Fourth Outline Level</a:t>
            </a:r>
            <a:endParaRPr b="0" lang="en-US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Fifth Outline Level</a:t>
            </a:r>
            <a:endParaRPr b="0" lang="en-US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Sixth Outline Level</a:t>
            </a:r>
            <a:endParaRPr b="0" lang="en-US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Seventh Outline Level</a:t>
            </a:r>
            <a:endParaRPr b="0" lang="en-US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  <p:sldLayoutId id="2147483672" r:id="rId13"/>
    <p:sldLayoutId id="2147483673" r:id="rId14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3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7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7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7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17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slideLayout" Target="../slideLayouts/slideLayout1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image" Target="../media/image11.png"/><Relationship Id="rId3" Type="http://schemas.openxmlformats.org/officeDocument/2006/relationships/slideLayout" Target="../slideLayouts/slideLayout17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image" Target="../media/image13.png"/><Relationship Id="rId3" Type="http://schemas.openxmlformats.org/officeDocument/2006/relationships/image" Target="../media/image14.png"/><Relationship Id="rId4" Type="http://schemas.openxmlformats.org/officeDocument/2006/relationships/slideLayout" Target="../slideLayouts/slideLayout17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5.png"/><Relationship Id="rId2" Type="http://schemas.openxmlformats.org/officeDocument/2006/relationships/slideLayout" Target="../slideLayouts/slideLayout17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16.png"/><Relationship Id="rId2" Type="http://schemas.openxmlformats.org/officeDocument/2006/relationships/image" Target="../media/image17.png"/><Relationship Id="rId3" Type="http://schemas.openxmlformats.org/officeDocument/2006/relationships/slideLayout" Target="../slideLayouts/slideLayout17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18.png"/><Relationship Id="rId2" Type="http://schemas.openxmlformats.org/officeDocument/2006/relationships/image" Target="../media/image19.png"/><Relationship Id="rId3" Type="http://schemas.openxmlformats.org/officeDocument/2006/relationships/slideLayout" Target="../slideLayouts/slideLayout17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20.png"/><Relationship Id="rId2" Type="http://schemas.openxmlformats.org/officeDocument/2006/relationships/image" Target="../media/image21.png"/><Relationship Id="rId3" Type="http://schemas.openxmlformats.org/officeDocument/2006/relationships/slideLayout" Target="../slideLayouts/slideLayout17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22.png"/><Relationship Id="rId2" Type="http://schemas.openxmlformats.org/officeDocument/2006/relationships/slideLayout" Target="../slideLayouts/slideLayout17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23.png"/><Relationship Id="rId2" Type="http://schemas.openxmlformats.org/officeDocument/2006/relationships/image" Target="../media/image24.png"/><Relationship Id="rId3" Type="http://schemas.openxmlformats.org/officeDocument/2006/relationships/slideLayout" Target="../slideLayouts/slideLayout17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25.png"/><Relationship Id="rId2" Type="http://schemas.openxmlformats.org/officeDocument/2006/relationships/image" Target="../media/image26.png"/><Relationship Id="rId3" Type="http://schemas.openxmlformats.org/officeDocument/2006/relationships/image" Target="../media/image27.png"/><Relationship Id="rId4" Type="http://schemas.openxmlformats.org/officeDocument/2006/relationships/slideLayout" Target="../slideLayouts/slideLayout17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28.png"/><Relationship Id="rId2" Type="http://schemas.openxmlformats.org/officeDocument/2006/relationships/slideLayout" Target="../slideLayouts/slideLayout17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image" Target="../media/image29.png"/><Relationship Id="rId2" Type="http://schemas.openxmlformats.org/officeDocument/2006/relationships/image" Target="../media/image30.png"/><Relationship Id="rId3" Type="http://schemas.openxmlformats.org/officeDocument/2006/relationships/image" Target="../media/image31.png"/><Relationship Id="rId4" Type="http://schemas.openxmlformats.org/officeDocument/2006/relationships/slideLayout" Target="../slideLayouts/slideLayout17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image" Target="../media/image32.png"/><Relationship Id="rId2" Type="http://schemas.openxmlformats.org/officeDocument/2006/relationships/image" Target="../media/image33.png"/><Relationship Id="rId3" Type="http://schemas.openxmlformats.org/officeDocument/2006/relationships/slideLayout" Target="../slideLayouts/slideLayout17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image" Target="../media/image34.png"/><Relationship Id="rId2" Type="http://schemas.openxmlformats.org/officeDocument/2006/relationships/slideLayout" Target="../slideLayouts/slideLayout17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PlaceHolder 1"/>
          <p:cNvSpPr>
            <a:spLocks noGrp="1"/>
          </p:cNvSpPr>
          <p:nvPr>
            <p:ph type="title"/>
          </p:nvPr>
        </p:nvSpPr>
        <p:spPr>
          <a:xfrm>
            <a:off x="2589120" y="2514600"/>
            <a:ext cx="8914680" cy="2262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rmAutofit/>
          </a:bodyPr>
          <a:p>
            <a:pPr>
              <a:lnSpc>
                <a:spcPct val="100000"/>
              </a:lnSpc>
              <a:buNone/>
            </a:pPr>
            <a:r>
              <a:rPr b="0" lang="fi-FI" sz="4400" spc="-1" strike="noStrike">
                <a:solidFill>
                  <a:srgbClr val="262626"/>
                </a:solidFill>
                <a:latin typeface="Century Gothic"/>
              </a:rPr>
              <a:t>Rocker Timesheet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136" name="PlaceHolder 2"/>
          <p:cNvSpPr>
            <a:spLocks noGrp="1"/>
          </p:cNvSpPr>
          <p:nvPr>
            <p:ph type="subTitle"/>
          </p:nvPr>
        </p:nvSpPr>
        <p:spPr>
          <a:xfrm>
            <a:off x="2589120" y="4777200"/>
            <a:ext cx="8914680" cy="1125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fi-FI" sz="6000" spc="-1" strike="noStrike">
                <a:solidFill>
                  <a:srgbClr val="595959"/>
                </a:solidFill>
                <a:latin typeface="Century Gothic"/>
              </a:rPr>
              <a:t>User Guide</a:t>
            </a:r>
            <a:endParaRPr b="0" lang="en-US" sz="6000" spc="-1" strike="noStrike">
              <a:latin typeface="Arial"/>
            </a:endParaRPr>
          </a:p>
        </p:txBody>
      </p:sp>
      <p:pic>
        <p:nvPicPr>
          <p:cNvPr id="137" name="Picture 7" descr="A picture containing arrow&#10;&#10;Description automatically generated"/>
          <p:cNvPicPr/>
          <p:nvPr/>
        </p:nvPicPr>
        <p:blipFill>
          <a:blip r:embed="rId1"/>
          <a:stretch/>
        </p:blipFill>
        <p:spPr>
          <a:xfrm>
            <a:off x="8233920" y="707760"/>
            <a:ext cx="2899440" cy="28994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PlaceHolder 1"/>
          <p:cNvSpPr>
            <a:spLocks noGrp="1"/>
          </p:cNvSpPr>
          <p:nvPr>
            <p:ph type="title"/>
          </p:nvPr>
        </p:nvSpPr>
        <p:spPr>
          <a:xfrm>
            <a:off x="786960" y="379800"/>
            <a:ext cx="8911080" cy="1280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US" sz="4400" spc="-1" strike="noStrike">
                <a:latin typeface="Arial"/>
              </a:rPr>
              <a:t>Content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139" name=""/>
          <p:cNvSpPr txBox="1"/>
          <p:nvPr/>
        </p:nvSpPr>
        <p:spPr>
          <a:xfrm>
            <a:off x="3429000" y="1828800"/>
            <a:ext cx="4572000" cy="4343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216000" indent="-216000">
              <a:buClr>
                <a:srgbClr val="000000"/>
              </a:buClr>
              <a:buSzPct val="45000"/>
              <a:buFont typeface="StarSymbol"/>
              <a:buAutoNum type="arabicPlain" startAt="3"/>
            </a:pPr>
            <a:r>
              <a:rPr b="0" lang="fi-FI" sz="1600" spc="-1" strike="noStrike">
                <a:solidFill>
                  <a:srgbClr val="262626"/>
                </a:solidFill>
                <a:latin typeface="Century Gothic"/>
              </a:rPr>
              <a:t>Dashboard / Calendar view</a:t>
            </a:r>
            <a:endParaRPr b="0" lang="en-US" sz="1600" spc="-1" strike="noStrike">
              <a:latin typeface="Arial"/>
            </a:endParaRPr>
          </a:p>
          <a:p>
            <a:pPr marL="216000" indent="-216000">
              <a:buClr>
                <a:srgbClr val="000000"/>
              </a:buClr>
              <a:buSzPct val="45000"/>
              <a:buFont typeface="StarSymbol"/>
              <a:buAutoNum type="arabicPlain" startAt="3"/>
            </a:pPr>
            <a:r>
              <a:rPr b="0" lang="fi-FI" sz="1600" spc="-1" strike="noStrike">
                <a:solidFill>
                  <a:srgbClr val="262626"/>
                </a:solidFill>
                <a:latin typeface="Century Gothic"/>
              </a:rPr>
              <a:t>Dashboard / List view</a:t>
            </a:r>
            <a:endParaRPr b="0" lang="en-US" sz="1600" spc="-1" strike="noStrike">
              <a:latin typeface="Arial"/>
            </a:endParaRPr>
          </a:p>
          <a:p>
            <a:pPr marL="216000" indent="-216000">
              <a:buClr>
                <a:srgbClr val="000000"/>
              </a:buClr>
              <a:buSzPct val="45000"/>
              <a:buFont typeface="StarSymbol"/>
              <a:buAutoNum type="arabicPlain" startAt="3"/>
            </a:pPr>
            <a:r>
              <a:rPr b="0" lang="fi-FI" sz="1600" spc="-1" strike="noStrike">
                <a:solidFill>
                  <a:srgbClr val="262626"/>
                </a:solidFill>
                <a:latin typeface="Century Gothic"/>
              </a:rPr>
              <a:t>Add timesheet rows / report work done</a:t>
            </a:r>
            <a:endParaRPr b="0" lang="en-US" sz="1600" spc="-1" strike="noStrike">
              <a:latin typeface="Arial"/>
            </a:endParaRPr>
          </a:p>
          <a:p>
            <a:pPr marL="216000" indent="-216000">
              <a:buClr>
                <a:srgbClr val="000000"/>
              </a:buClr>
              <a:buSzPct val="45000"/>
              <a:buFont typeface="StarSymbol"/>
              <a:buAutoNum type="arabicPlain" startAt="3"/>
            </a:pPr>
            <a:r>
              <a:rPr b="0" lang="fi-FI" sz="1600" spc="-1" strike="noStrike">
                <a:solidFill>
                  <a:srgbClr val="262626"/>
                </a:solidFill>
                <a:latin typeface="Century Gothic"/>
              </a:rPr>
              <a:t>Add timesheet rows / dialog</a:t>
            </a:r>
            <a:endParaRPr b="0" lang="en-US" sz="1600" spc="-1" strike="noStrike">
              <a:latin typeface="Arial"/>
            </a:endParaRPr>
          </a:p>
          <a:p>
            <a:pPr marL="216000" indent="-216000">
              <a:buClr>
                <a:srgbClr val="000000"/>
              </a:buClr>
              <a:buSzPct val="45000"/>
              <a:buFont typeface="StarSymbol"/>
              <a:buAutoNum type="arabicPlain" startAt="3"/>
            </a:pPr>
            <a:r>
              <a:rPr b="0" lang="fi-FI" sz="1600" spc="-1" strike="noStrike">
                <a:solidFill>
                  <a:srgbClr val="262626"/>
                </a:solidFill>
                <a:latin typeface="Century Gothic"/>
              </a:rPr>
              <a:t>Company defaults</a:t>
            </a:r>
            <a:endParaRPr b="0" lang="en-US" sz="1600" spc="-1" strike="noStrike">
              <a:latin typeface="Arial"/>
            </a:endParaRPr>
          </a:p>
          <a:p>
            <a:pPr marL="216000" indent="-216000">
              <a:buClr>
                <a:srgbClr val="000000"/>
              </a:buClr>
              <a:buSzPct val="45000"/>
              <a:buFont typeface="StarSymbol"/>
              <a:buAutoNum type="arabicPlain" startAt="3"/>
            </a:pPr>
            <a:r>
              <a:rPr b="0" lang="fi-FI" sz="1600" spc="-1" strike="noStrike">
                <a:solidFill>
                  <a:srgbClr val="262626"/>
                </a:solidFill>
                <a:latin typeface="Century Gothic"/>
              </a:rPr>
              <a:t>User defaults</a:t>
            </a:r>
            <a:endParaRPr b="0" lang="en-US" sz="1600" spc="-1" strike="noStrike">
              <a:latin typeface="Arial"/>
            </a:endParaRPr>
          </a:p>
          <a:p>
            <a:pPr marL="216000" indent="-216000">
              <a:buClr>
                <a:srgbClr val="000000"/>
              </a:buClr>
              <a:buSzPct val="45000"/>
              <a:buFont typeface="StarSymbol"/>
              <a:buAutoNum type="arabicPlain" startAt="3"/>
            </a:pPr>
            <a:r>
              <a:rPr b="0" lang="fi-FI" sz="1600" spc="-1" strike="noStrike">
                <a:solidFill>
                  <a:srgbClr val="262626"/>
                </a:solidFill>
                <a:latin typeface="Century Gothic"/>
              </a:rPr>
              <a:t>Edit Project types, edit project’s company</a:t>
            </a:r>
            <a:endParaRPr b="0" lang="en-US" sz="1600" spc="-1" strike="noStrike">
              <a:latin typeface="Arial"/>
            </a:endParaRPr>
          </a:p>
          <a:p>
            <a:pPr marL="216000" indent="-216000">
              <a:buClr>
                <a:srgbClr val="000000"/>
              </a:buClr>
              <a:buSzPct val="45000"/>
              <a:buFont typeface="StarSymbol"/>
              <a:buAutoNum type="arabicPlain" startAt="3"/>
            </a:pPr>
            <a:r>
              <a:rPr b="0" lang="fi-FI" sz="1600" spc="-1" strike="noStrike">
                <a:solidFill>
                  <a:srgbClr val="262626"/>
                </a:solidFill>
                <a:latin typeface="Century Gothic"/>
              </a:rPr>
              <a:t>Project/Task visibility</a:t>
            </a:r>
            <a:endParaRPr b="0" lang="en-US" sz="1600" spc="-1" strike="noStrike">
              <a:latin typeface="Arial"/>
            </a:endParaRPr>
          </a:p>
          <a:p>
            <a:pPr marL="216000" indent="-216000">
              <a:buClr>
                <a:srgbClr val="000000"/>
              </a:buClr>
              <a:buSzPct val="45000"/>
              <a:buFont typeface="StarSymbol"/>
              <a:buAutoNum type="arabicPlain" startAt="3"/>
            </a:pPr>
            <a:r>
              <a:rPr b="0" lang="fi-FI" sz="1600" spc="-1" strike="noStrike">
                <a:solidFill>
                  <a:srgbClr val="262626"/>
                </a:solidFill>
                <a:latin typeface="Century Gothic"/>
              </a:rPr>
              <a:t>Project/Task visibility dialog</a:t>
            </a:r>
            <a:endParaRPr b="0" lang="en-US" sz="1600" spc="-1" strike="noStrike">
              <a:latin typeface="Arial"/>
            </a:endParaRPr>
          </a:p>
          <a:p>
            <a:pPr marL="216000" indent="-216000">
              <a:buClr>
                <a:srgbClr val="000000"/>
              </a:buClr>
              <a:buSzPct val="45000"/>
              <a:buFont typeface="StarSymbol"/>
              <a:buAutoNum type="arabicPlain" startAt="3"/>
            </a:pPr>
            <a:r>
              <a:rPr b="0" lang="fi-FI" sz="1600" spc="-1" strike="noStrike">
                <a:solidFill>
                  <a:srgbClr val="262626"/>
                </a:solidFill>
                <a:latin typeface="Century Gothic"/>
              </a:rPr>
              <a:t>Project/Task visibility, filtering</a:t>
            </a:r>
            <a:endParaRPr b="0" lang="en-US" sz="1600" spc="-1" strike="noStrike">
              <a:latin typeface="Arial"/>
            </a:endParaRPr>
          </a:p>
          <a:p>
            <a:pPr marL="216000" indent="-216000">
              <a:buClr>
                <a:srgbClr val="000000"/>
              </a:buClr>
              <a:buSzPct val="45000"/>
              <a:buFont typeface="StarSymbol"/>
              <a:buAutoNum type="arabicPlain" startAt="3"/>
            </a:pPr>
            <a:r>
              <a:rPr b="0" lang="fi-FI" sz="1600" spc="-1" strike="noStrike">
                <a:solidFill>
                  <a:srgbClr val="262626"/>
                </a:solidFill>
                <a:latin typeface="Century Gothic"/>
              </a:rPr>
              <a:t>Original HR_timesheet</a:t>
            </a:r>
            <a:endParaRPr b="0" lang="en-US" sz="1600" spc="-1" strike="noStrike">
              <a:latin typeface="Arial"/>
            </a:endParaRPr>
          </a:p>
          <a:p>
            <a:pPr marL="216000" indent="-216000">
              <a:buClr>
                <a:srgbClr val="000000"/>
              </a:buClr>
              <a:buSzPct val="45000"/>
              <a:buFont typeface="StarSymbol"/>
              <a:buAutoNum type="arabicPlain" startAt="3"/>
            </a:pPr>
            <a:r>
              <a:rPr b="0" lang="fi-FI" sz="1600" spc="-1" strike="noStrike">
                <a:solidFill>
                  <a:srgbClr val="262626"/>
                </a:solidFill>
                <a:latin typeface="Century Gothic"/>
              </a:rPr>
              <a:t>Excel export</a:t>
            </a:r>
            <a:endParaRPr b="0" lang="en-US" sz="1600" spc="-1" strike="noStrike">
              <a:latin typeface="Arial"/>
            </a:endParaRPr>
          </a:p>
          <a:p>
            <a:pPr marL="216000" indent="-216000">
              <a:buClr>
                <a:srgbClr val="000000"/>
              </a:buClr>
              <a:buSzPct val="45000"/>
              <a:buFont typeface="StarSymbol"/>
              <a:buAutoNum type="arabicPlain" startAt="3"/>
            </a:pPr>
            <a:r>
              <a:rPr b="0" lang="fi-FI" sz="1600" spc="-1" strike="noStrike">
                <a:solidFill>
                  <a:srgbClr val="262626"/>
                </a:solidFill>
                <a:latin typeface="Century Gothic"/>
              </a:rPr>
              <a:t>Excel import</a:t>
            </a:r>
            <a:endParaRPr b="0" lang="en-US" sz="1600" spc="-1" strike="noStrike">
              <a:latin typeface="Arial"/>
            </a:endParaRPr>
          </a:p>
          <a:p>
            <a:pPr marL="216000" indent="-216000">
              <a:buClr>
                <a:srgbClr val="000000"/>
              </a:buClr>
              <a:buSzPct val="45000"/>
              <a:buFont typeface="StarSymbol"/>
              <a:buAutoNum type="arabicPlain" startAt="3"/>
            </a:pPr>
            <a:r>
              <a:rPr b="0" lang="fi-FI" sz="1600" spc="-1" strike="noStrike">
                <a:solidFill>
                  <a:srgbClr val="262626"/>
                </a:solidFill>
                <a:latin typeface="Century Gothic"/>
              </a:rPr>
              <a:t>Hour Bank report</a:t>
            </a:r>
            <a:endParaRPr b="0" lang="en-US" sz="1600" spc="-1" strike="noStrike">
              <a:latin typeface="Arial"/>
            </a:endParaRPr>
          </a:p>
          <a:p>
            <a:pPr marL="216000" indent="-216000">
              <a:buClr>
                <a:srgbClr val="000000"/>
              </a:buClr>
              <a:buSzPct val="45000"/>
              <a:buFont typeface="StarSymbol"/>
              <a:buAutoNum type="arabicPlain" startAt="3"/>
            </a:pPr>
            <a:r>
              <a:rPr b="0" lang="en-US" sz="1600" spc="-1" strike="noStrike">
                <a:latin typeface="Arial"/>
              </a:rPr>
              <a:t>Edit Leave types</a:t>
            </a:r>
            <a:endParaRPr b="0" lang="en-US" sz="1600" spc="-1" strike="noStrike">
              <a:latin typeface="Arial"/>
            </a:endParaRPr>
          </a:p>
          <a:p>
            <a:pPr marL="216000" indent="-216000">
              <a:buClr>
                <a:srgbClr val="000000"/>
              </a:buClr>
              <a:buSzPct val="45000"/>
              <a:buFont typeface="StarSymbol"/>
              <a:buAutoNum type="arabicPlain" startAt="3"/>
            </a:pPr>
            <a:r>
              <a:rPr b="0" lang="en-US" sz="1600" spc="-1" strike="noStrike">
                <a:latin typeface="Arial"/>
              </a:rPr>
              <a:t>Import Public Holidays</a:t>
            </a:r>
            <a:endParaRPr b="0" lang="en-US" sz="1600" spc="-1" strike="noStrike">
              <a:latin typeface="Arial"/>
            </a:endParaRPr>
          </a:p>
          <a:p>
            <a:pPr marL="216000" indent="-216000">
              <a:buClr>
                <a:srgbClr val="000000"/>
              </a:buClr>
              <a:buSzPct val="45000"/>
              <a:buFont typeface="StarSymbol"/>
              <a:buAutoNum type="arabicPlain" startAt="3"/>
            </a:pPr>
            <a:r>
              <a:rPr b="0" lang="en-US" sz="1600" spc="-1" strike="noStrike">
                <a:latin typeface="Arial"/>
              </a:rPr>
              <a:t>Modify company working calendar</a:t>
            </a:r>
            <a:endParaRPr b="0" lang="en-US" sz="16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" name="Picture 2" descr=""/>
          <p:cNvPicPr/>
          <p:nvPr/>
        </p:nvPicPr>
        <p:blipFill>
          <a:blip r:embed="rId1"/>
          <a:stretch/>
        </p:blipFill>
        <p:spPr>
          <a:xfrm>
            <a:off x="1539720" y="1515960"/>
            <a:ext cx="9821160" cy="4810680"/>
          </a:xfrm>
          <a:prstGeom prst="rect">
            <a:avLst/>
          </a:prstGeom>
          <a:ln cap="rnd" w="0">
            <a:solidFill>
              <a:srgbClr val="000000"/>
            </a:solidFill>
          </a:ln>
        </p:spPr>
      </p:pic>
      <p:sp>
        <p:nvSpPr>
          <p:cNvPr id="141" name="PlaceHolder 1"/>
          <p:cNvSpPr>
            <a:spLocks noGrp="1"/>
          </p:cNvSpPr>
          <p:nvPr>
            <p:ph type="title"/>
          </p:nvPr>
        </p:nvSpPr>
        <p:spPr>
          <a:xfrm>
            <a:off x="786960" y="379800"/>
            <a:ext cx="8911080" cy="1280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fi-FI" sz="3600" spc="-1" strike="noStrike">
                <a:solidFill>
                  <a:srgbClr val="262626"/>
                </a:solidFill>
                <a:latin typeface="Century Gothic"/>
              </a:rPr>
              <a:t>Dashboard / Calendar view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142" name="Callout: Line 5"/>
          <p:cNvSpPr/>
          <p:nvPr/>
        </p:nvSpPr>
        <p:spPr>
          <a:xfrm flipH="1">
            <a:off x="4984560" y="1911240"/>
            <a:ext cx="1109880" cy="386280"/>
          </a:xfrm>
          <a:prstGeom prst="borderCallout1">
            <a:avLst>
              <a:gd name="adj1" fmla="val 58636"/>
              <a:gd name="adj2" fmla="val 114637"/>
              <a:gd name="adj3" fmla="val 83531"/>
              <a:gd name="adj4" fmla="val 165407"/>
            </a:avLst>
          </a:prstGeom>
          <a:solidFill>
            <a:srgbClr val="ffff00"/>
          </a:solidFill>
          <a:ln cap="rnd" w="38100">
            <a:solidFill>
              <a:srgbClr val="0d0d0d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fi-FI" sz="1100" spc="-1" strike="noStrike">
                <a:solidFill>
                  <a:srgbClr val="000000"/>
                </a:solidFill>
                <a:latin typeface="Century Gothic"/>
                <a:ea typeface="DejaVu Sans"/>
              </a:rPr>
              <a:t>Calendar views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143" name="Callout: Line 6"/>
          <p:cNvSpPr/>
          <p:nvPr/>
        </p:nvSpPr>
        <p:spPr>
          <a:xfrm flipH="1">
            <a:off x="840600" y="4551840"/>
            <a:ext cx="1109880" cy="386280"/>
          </a:xfrm>
          <a:prstGeom prst="borderCallout1">
            <a:avLst>
              <a:gd name="adj1" fmla="val 18750"/>
              <a:gd name="adj2" fmla="val -8333"/>
              <a:gd name="adj3" fmla="val -141378"/>
              <a:gd name="adj4" fmla="val -39374"/>
            </a:avLst>
          </a:prstGeom>
          <a:solidFill>
            <a:srgbClr val="ffff00"/>
          </a:solidFill>
          <a:ln cap="rnd" w="38100">
            <a:solidFill>
              <a:srgbClr val="0d0d0d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fi-FI" sz="1100" spc="-1" strike="noStrike">
                <a:solidFill>
                  <a:srgbClr val="000000"/>
                </a:solidFill>
                <a:latin typeface="Century Gothic"/>
                <a:ea typeface="DejaVu Sans"/>
              </a:rPr>
              <a:t>List of Projects/task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144" name="Callout: Line 7"/>
          <p:cNvSpPr/>
          <p:nvPr/>
        </p:nvSpPr>
        <p:spPr>
          <a:xfrm flipH="1">
            <a:off x="5937480" y="2602080"/>
            <a:ext cx="1109880" cy="386280"/>
          </a:xfrm>
          <a:prstGeom prst="borderCallout1">
            <a:avLst>
              <a:gd name="adj1" fmla="val 32046"/>
              <a:gd name="adj2" fmla="val 119783"/>
              <a:gd name="adj3" fmla="val 15894"/>
              <a:gd name="adj4" fmla="val 171264"/>
            </a:avLst>
          </a:prstGeom>
          <a:solidFill>
            <a:srgbClr val="ffff00"/>
          </a:solidFill>
          <a:ln cap="rnd" w="38100">
            <a:solidFill>
              <a:srgbClr val="0d0d0d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fi-FI" sz="1100" spc="-1" strike="noStrike">
                <a:solidFill>
                  <a:srgbClr val="000000"/>
                </a:solidFill>
                <a:latin typeface="Century Gothic"/>
                <a:ea typeface="DejaVu Sans"/>
              </a:rPr>
              <a:t>Project/Task Filters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145" name="Callout: Line 12"/>
          <p:cNvSpPr/>
          <p:nvPr/>
        </p:nvSpPr>
        <p:spPr>
          <a:xfrm flipH="1">
            <a:off x="8920440" y="1924200"/>
            <a:ext cx="1397880" cy="386280"/>
          </a:xfrm>
          <a:prstGeom prst="borderCallout1">
            <a:avLst>
              <a:gd name="adj1" fmla="val 130114"/>
              <a:gd name="adj2" fmla="val 56576"/>
              <a:gd name="adj3" fmla="val 140895"/>
              <a:gd name="adj4" fmla="val -18886"/>
            </a:avLst>
          </a:prstGeom>
          <a:solidFill>
            <a:srgbClr val="ffff00"/>
          </a:solidFill>
          <a:ln cap="rnd" w="38100">
            <a:solidFill>
              <a:srgbClr val="0d0d0d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fi-FI" sz="1100" spc="-1" strike="noStrike">
                <a:solidFill>
                  <a:srgbClr val="000000"/>
                </a:solidFill>
                <a:latin typeface="Century Gothic"/>
                <a:ea typeface="DejaVu Sans"/>
              </a:rPr>
              <a:t>Calendar view /List view</a:t>
            </a:r>
            <a:endParaRPr b="0" lang="en-US" sz="11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6" name="Picture 9" descr=""/>
          <p:cNvPicPr/>
          <p:nvPr/>
        </p:nvPicPr>
        <p:blipFill>
          <a:blip r:embed="rId1"/>
          <a:stretch/>
        </p:blipFill>
        <p:spPr>
          <a:xfrm>
            <a:off x="343080" y="1330920"/>
            <a:ext cx="11632680" cy="4617360"/>
          </a:xfrm>
          <a:prstGeom prst="rect">
            <a:avLst/>
          </a:prstGeom>
          <a:ln cap="rnd" w="0">
            <a:solidFill>
              <a:srgbClr val="000000"/>
            </a:solidFill>
          </a:ln>
        </p:spPr>
      </p:pic>
      <p:sp>
        <p:nvSpPr>
          <p:cNvPr id="147" name="PlaceHolder 1"/>
          <p:cNvSpPr>
            <a:spLocks noGrp="1"/>
          </p:cNvSpPr>
          <p:nvPr>
            <p:ph type="title"/>
          </p:nvPr>
        </p:nvSpPr>
        <p:spPr>
          <a:xfrm>
            <a:off x="786960" y="379800"/>
            <a:ext cx="8911080" cy="1280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fi-FI" sz="3600" spc="-1" strike="noStrike">
                <a:solidFill>
                  <a:srgbClr val="262626"/>
                </a:solidFill>
                <a:latin typeface="Century Gothic"/>
              </a:rPr>
              <a:t>Dashboard / List view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148" name="Callout: Line 6"/>
          <p:cNvSpPr/>
          <p:nvPr/>
        </p:nvSpPr>
        <p:spPr>
          <a:xfrm flipH="1">
            <a:off x="3292200" y="5298840"/>
            <a:ext cx="1109880" cy="386280"/>
          </a:xfrm>
          <a:prstGeom prst="borderCallout1">
            <a:avLst>
              <a:gd name="adj1" fmla="val 41747"/>
              <a:gd name="adj2" fmla="val 108254"/>
              <a:gd name="adj3" fmla="val -110715"/>
              <a:gd name="adj4" fmla="val 199586"/>
            </a:avLst>
          </a:prstGeom>
          <a:solidFill>
            <a:srgbClr val="ffff00"/>
          </a:solidFill>
          <a:ln cap="rnd" w="38100">
            <a:solidFill>
              <a:srgbClr val="0d0d0d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fi-FI" sz="1100" spc="-1" strike="noStrike">
                <a:solidFill>
                  <a:srgbClr val="000000"/>
                </a:solidFill>
                <a:latin typeface="Century Gothic"/>
                <a:ea typeface="DejaVu Sans"/>
              </a:rPr>
              <a:t>List of Projects/Task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149" name="Callout: Line 7"/>
          <p:cNvSpPr/>
          <p:nvPr/>
        </p:nvSpPr>
        <p:spPr>
          <a:xfrm flipH="1">
            <a:off x="4920480" y="2135160"/>
            <a:ext cx="1109880" cy="386280"/>
          </a:xfrm>
          <a:prstGeom prst="borderCallout1">
            <a:avLst>
              <a:gd name="adj1" fmla="val 32046"/>
              <a:gd name="adj2" fmla="val 119783"/>
              <a:gd name="adj3" fmla="val 122712"/>
              <a:gd name="adj4" fmla="val 185908"/>
            </a:avLst>
          </a:prstGeom>
          <a:solidFill>
            <a:srgbClr val="ffff00"/>
          </a:solidFill>
          <a:ln cap="rnd" w="38100">
            <a:solidFill>
              <a:srgbClr val="0d0d0d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fi-FI" sz="1100" spc="-1" strike="noStrike">
                <a:solidFill>
                  <a:srgbClr val="000000"/>
                </a:solidFill>
                <a:latin typeface="Century Gothic"/>
                <a:ea typeface="DejaVu Sans"/>
              </a:rPr>
              <a:t>Project/Task Filters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150" name="Callout: Line 12"/>
          <p:cNvSpPr/>
          <p:nvPr/>
        </p:nvSpPr>
        <p:spPr>
          <a:xfrm flipH="1">
            <a:off x="9225000" y="2040120"/>
            <a:ext cx="1397880" cy="386280"/>
          </a:xfrm>
          <a:prstGeom prst="borderCallout1">
            <a:avLst>
              <a:gd name="adj1" fmla="val 59660"/>
              <a:gd name="adj2" fmla="val -5036"/>
              <a:gd name="adj3" fmla="val 73850"/>
              <a:gd name="adj4" fmla="val -25173"/>
            </a:avLst>
          </a:prstGeom>
          <a:solidFill>
            <a:srgbClr val="ffff00"/>
          </a:solidFill>
          <a:ln cap="rnd" w="38100">
            <a:solidFill>
              <a:srgbClr val="0d0d0d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fi-FI" sz="1100" spc="-1" strike="noStrike">
                <a:solidFill>
                  <a:srgbClr val="000000"/>
                </a:solidFill>
                <a:latin typeface="Century Gothic"/>
                <a:ea typeface="DejaVu Sans"/>
              </a:rPr>
              <a:t>Calendar view /List view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151" name="Callout: Line 8"/>
          <p:cNvSpPr/>
          <p:nvPr/>
        </p:nvSpPr>
        <p:spPr>
          <a:xfrm flipH="1">
            <a:off x="786240" y="1020240"/>
            <a:ext cx="1917720" cy="670680"/>
          </a:xfrm>
          <a:prstGeom prst="borderCallout1">
            <a:avLst>
              <a:gd name="adj1" fmla="val 114482"/>
              <a:gd name="adj2" fmla="val 68513"/>
              <a:gd name="adj3" fmla="val 160250"/>
              <a:gd name="adj4" fmla="val 93158"/>
            </a:avLst>
          </a:prstGeom>
          <a:solidFill>
            <a:srgbClr val="ffff00"/>
          </a:solidFill>
          <a:ln cap="rnd" w="38100">
            <a:solidFill>
              <a:srgbClr val="0d0d0d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fi-FI" sz="1100" spc="-1" strike="noStrike">
                <a:solidFill>
                  <a:srgbClr val="000000"/>
                </a:solidFill>
                <a:latin typeface="Century Gothic"/>
                <a:ea typeface="DejaVu Sans"/>
              </a:rPr>
              <a:t>Create new timesheet row, use company or user defaults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152" name="Callout: Line 11"/>
          <p:cNvSpPr/>
          <p:nvPr/>
        </p:nvSpPr>
        <p:spPr>
          <a:xfrm flipH="1">
            <a:off x="3002040" y="1121040"/>
            <a:ext cx="3028320" cy="670680"/>
          </a:xfrm>
          <a:prstGeom prst="borderCallout1">
            <a:avLst>
              <a:gd name="adj1" fmla="val 117426"/>
              <a:gd name="adj2" fmla="val 100331"/>
              <a:gd name="adj3" fmla="val 172027"/>
              <a:gd name="adj4" fmla="val 133623"/>
            </a:avLst>
          </a:prstGeom>
          <a:solidFill>
            <a:srgbClr val="ffff00"/>
          </a:solidFill>
          <a:ln cap="rnd" w="38100">
            <a:solidFill>
              <a:srgbClr val="0d0d0d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fi-FI" sz="1100" spc="-1" strike="noStrike">
                <a:solidFill>
                  <a:srgbClr val="000000"/>
                </a:solidFill>
                <a:latin typeface="Century Gothic"/>
                <a:ea typeface="DejaVu Sans"/>
              </a:rPr>
              <a:t>Create new timesheet row, Start time is taken </a:t>
            </a:r>
            <a:r>
              <a:rPr b="1" lang="fi-FI" sz="1200" spc="-1" strike="noStrike">
                <a:solidFill>
                  <a:srgbClr val="000000"/>
                </a:solidFill>
                <a:latin typeface="Century Gothic"/>
                <a:ea typeface="DejaVu Sans"/>
              </a:rPr>
              <a:t>from maximun Stop time</a:t>
            </a:r>
            <a:r>
              <a:rPr b="0" lang="fi-FI" sz="1100" spc="-1" strike="noStrike">
                <a:solidFill>
                  <a:srgbClr val="000000"/>
                </a:solidFill>
                <a:latin typeface="Century Gothic"/>
                <a:ea typeface="DejaVu Sans"/>
              </a:rPr>
              <a:t>, </a:t>
            </a:r>
            <a:r>
              <a:rPr b="1" lang="fi-FI" sz="1400" spc="-1" strike="noStrike">
                <a:solidFill>
                  <a:srgbClr val="000000"/>
                </a:solidFill>
                <a:latin typeface="Century Gothic"/>
                <a:ea typeface="DejaVu Sans"/>
              </a:rPr>
              <a:t>Rolling work amount</a:t>
            </a:r>
            <a:r>
              <a:rPr b="0" lang="fi-FI" sz="1100" spc="-1" strike="noStrike">
                <a:solidFill>
                  <a:srgbClr val="000000"/>
                </a:solidFill>
                <a:latin typeface="Century Gothic"/>
                <a:ea typeface="DejaVu Sans"/>
              </a:rPr>
              <a:t> used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153" name="Callout: Line 13"/>
          <p:cNvSpPr/>
          <p:nvPr/>
        </p:nvSpPr>
        <p:spPr>
          <a:xfrm flipH="1">
            <a:off x="6095160" y="4774680"/>
            <a:ext cx="3403080" cy="532080"/>
          </a:xfrm>
          <a:prstGeom prst="borderCallout1">
            <a:avLst>
              <a:gd name="adj1" fmla="val -14344"/>
              <a:gd name="adj2" fmla="val 57673"/>
              <a:gd name="adj3" fmla="val -201013"/>
              <a:gd name="adj4" fmla="val 29406"/>
            </a:avLst>
          </a:prstGeom>
          <a:solidFill>
            <a:srgbClr val="ffff00"/>
          </a:solidFill>
          <a:ln cap="rnd" w="38100">
            <a:solidFill>
              <a:srgbClr val="0d0d0d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fi-FI" sz="1400" spc="-1" strike="noStrike">
                <a:solidFill>
                  <a:srgbClr val="000000"/>
                </a:solidFill>
                <a:latin typeface="Century Gothic"/>
                <a:ea typeface="DejaVu Sans"/>
              </a:rPr>
              <a:t>New in 2022 version: Rolling rows </a:t>
            </a:r>
            <a:r>
              <a:rPr b="1" lang="fi-FI" sz="1400" spc="-1" strike="noStrike">
                <a:solidFill>
                  <a:srgbClr val="000000"/>
                </a:solidFill>
                <a:latin typeface="Wingdings"/>
                <a:ea typeface="DejaVu Sans"/>
              </a:rPr>
              <a:t>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154" name="Straight Connector 14"/>
          <p:cNvSpPr/>
          <p:nvPr/>
        </p:nvSpPr>
        <p:spPr>
          <a:xfrm flipV="1">
            <a:off x="7206480" y="3429000"/>
            <a:ext cx="146880" cy="1221840"/>
          </a:xfrm>
          <a:prstGeom prst="line">
            <a:avLst/>
          </a:prstGeom>
          <a:ln cap="rnd" w="38100">
            <a:solidFill>
              <a:srgbClr val="000000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5" name="Picture 2" descr=""/>
          <p:cNvPicPr/>
          <p:nvPr/>
        </p:nvPicPr>
        <p:blipFill>
          <a:blip r:embed="rId1"/>
          <a:stretch/>
        </p:blipFill>
        <p:spPr>
          <a:xfrm>
            <a:off x="1198440" y="1373760"/>
            <a:ext cx="10160640" cy="4960800"/>
          </a:xfrm>
          <a:prstGeom prst="rect">
            <a:avLst/>
          </a:prstGeom>
          <a:ln cap="rnd" w="0">
            <a:solidFill>
              <a:srgbClr val="000000"/>
            </a:solidFill>
          </a:ln>
        </p:spPr>
      </p:pic>
      <p:sp>
        <p:nvSpPr>
          <p:cNvPr id="156" name="PlaceHolder 1"/>
          <p:cNvSpPr>
            <a:spLocks noGrp="1"/>
          </p:cNvSpPr>
          <p:nvPr>
            <p:ph type="title"/>
          </p:nvPr>
        </p:nvSpPr>
        <p:spPr>
          <a:xfrm>
            <a:off x="786960" y="379800"/>
            <a:ext cx="8911080" cy="1280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fi-FI" sz="3200" spc="-1" strike="noStrike">
                <a:solidFill>
                  <a:srgbClr val="262626"/>
                </a:solidFill>
                <a:latin typeface="Century Gothic"/>
              </a:rPr>
              <a:t>Add timesheet rows / report work done</a:t>
            </a:r>
            <a:endParaRPr b="0" lang="en-US" sz="3200" spc="-1" strike="noStrike">
              <a:latin typeface="Arial"/>
            </a:endParaRPr>
          </a:p>
        </p:txBody>
      </p:sp>
      <p:sp>
        <p:nvSpPr>
          <p:cNvPr id="157" name="Callout: Line 6"/>
          <p:cNvSpPr/>
          <p:nvPr/>
        </p:nvSpPr>
        <p:spPr>
          <a:xfrm flipH="1">
            <a:off x="454680" y="4829040"/>
            <a:ext cx="2412720" cy="1782360"/>
          </a:xfrm>
          <a:prstGeom prst="borderCallout1">
            <a:avLst>
              <a:gd name="adj1" fmla="val -6250"/>
              <a:gd name="adj2" fmla="val 62234"/>
              <a:gd name="adj3" fmla="val -18622"/>
              <a:gd name="adj4" fmla="val 45874"/>
            </a:avLst>
          </a:prstGeom>
          <a:solidFill>
            <a:srgbClr val="ffff00"/>
          </a:solidFill>
          <a:ln cap="rnd" w="38100">
            <a:solidFill>
              <a:srgbClr val="0d0d0d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fi-FI" sz="1100" spc="-1" strike="noStrike">
                <a:solidFill>
                  <a:srgbClr val="000000"/>
                </a:solidFill>
                <a:latin typeface="Century Gothic"/>
                <a:ea typeface="DejaVu Sans"/>
              </a:rPr>
              <a:t>Select one of the </a:t>
            </a:r>
            <a:r>
              <a:rPr b="1" lang="fi-FI" sz="1400" spc="-1" strike="noStrike">
                <a:solidFill>
                  <a:srgbClr val="000000"/>
                </a:solidFill>
                <a:latin typeface="Century Gothic"/>
                <a:ea typeface="DejaVu Sans"/>
              </a:rPr>
              <a:t>Tasks.</a:t>
            </a:r>
            <a:endParaRPr b="0" lang="en-US" sz="14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r>
              <a:rPr b="0" lang="fi-FI" sz="1400" spc="-1" strike="noStrike">
                <a:solidFill>
                  <a:srgbClr val="000000"/>
                </a:solidFill>
                <a:latin typeface="Century Gothic"/>
                <a:ea typeface="DejaVu Sans"/>
              </a:rPr>
              <a:t>If you select a Project, then Project and Task is empty in opening dialog (you can select those from drop-downs in the dialog)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158" name="Callout: Line 12"/>
          <p:cNvSpPr/>
          <p:nvPr/>
        </p:nvSpPr>
        <p:spPr>
          <a:xfrm flipH="1">
            <a:off x="9103320" y="2049840"/>
            <a:ext cx="1786320" cy="1280160"/>
          </a:xfrm>
          <a:prstGeom prst="borderCallout1">
            <a:avLst>
              <a:gd name="adj1" fmla="val 104682"/>
              <a:gd name="adj2" fmla="val 101666"/>
              <a:gd name="adj3" fmla="val 181051"/>
              <a:gd name="adj4" fmla="val 162753"/>
            </a:avLst>
          </a:prstGeom>
          <a:solidFill>
            <a:srgbClr val="ffff00"/>
          </a:solidFill>
          <a:ln cap="rnd" w="38100">
            <a:solidFill>
              <a:srgbClr val="0d0d0d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fi-FI" sz="1100" spc="-1" strike="noStrike">
                <a:solidFill>
                  <a:srgbClr val="000000"/>
                </a:solidFill>
                <a:latin typeface="Century Gothic"/>
                <a:ea typeface="DejaVu Sans"/>
              </a:rPr>
              <a:t>Click calendar </a:t>
            </a:r>
            <a:r>
              <a:rPr b="0" lang="fi-FI" sz="1100" spc="-1" strike="noStrike">
                <a:solidFill>
                  <a:srgbClr val="000000"/>
                </a:solidFill>
                <a:latin typeface="Century Gothic"/>
                <a:ea typeface="DejaVu Sans"/>
              </a:rPr>
              <a:t>and while holding mouse down select all days needed</a:t>
            </a:r>
            <a:endParaRPr b="0" lang="en-US" sz="11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9" name="Picture 8" descr=""/>
          <p:cNvPicPr/>
          <p:nvPr/>
        </p:nvPicPr>
        <p:blipFill>
          <a:blip r:embed="rId1"/>
          <a:stretch/>
        </p:blipFill>
        <p:spPr>
          <a:xfrm>
            <a:off x="1255320" y="1645920"/>
            <a:ext cx="9863280" cy="4823640"/>
          </a:xfrm>
          <a:prstGeom prst="rect">
            <a:avLst/>
          </a:prstGeom>
          <a:ln cap="rnd" w="0">
            <a:solidFill>
              <a:srgbClr val="000000"/>
            </a:solidFill>
          </a:ln>
        </p:spPr>
      </p:pic>
      <p:sp>
        <p:nvSpPr>
          <p:cNvPr id="160" name="PlaceHolder 1"/>
          <p:cNvSpPr>
            <a:spLocks noGrp="1"/>
          </p:cNvSpPr>
          <p:nvPr>
            <p:ph type="title"/>
          </p:nvPr>
        </p:nvSpPr>
        <p:spPr>
          <a:xfrm>
            <a:off x="786960" y="379800"/>
            <a:ext cx="8911080" cy="1280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fi-FI" sz="3600" spc="-1" strike="noStrike">
                <a:solidFill>
                  <a:srgbClr val="262626"/>
                </a:solidFill>
                <a:latin typeface="Century Gothic"/>
              </a:rPr>
              <a:t>Add timesheet rows / dialog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161" name="Callout: Line 6"/>
          <p:cNvSpPr/>
          <p:nvPr/>
        </p:nvSpPr>
        <p:spPr>
          <a:xfrm flipH="1">
            <a:off x="1072080" y="3429000"/>
            <a:ext cx="1435320" cy="475200"/>
          </a:xfrm>
          <a:prstGeom prst="borderCallout1">
            <a:avLst>
              <a:gd name="adj1" fmla="val 53772"/>
              <a:gd name="adj2" fmla="val -6609"/>
              <a:gd name="adj3" fmla="val 47402"/>
              <a:gd name="adj4" fmla="val -81466"/>
            </a:avLst>
          </a:prstGeom>
          <a:solidFill>
            <a:srgbClr val="ffff00"/>
          </a:solidFill>
          <a:ln cap="rnd" w="38100">
            <a:solidFill>
              <a:srgbClr val="0d0d0d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fi-FI" sz="1100" spc="-1" strike="noStrike">
                <a:solidFill>
                  <a:srgbClr val="000000"/>
                </a:solidFill>
                <a:latin typeface="Century Gothic"/>
                <a:ea typeface="DejaVu Sans"/>
              </a:rPr>
              <a:t>Selected days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162" name="Callout: Line 12"/>
          <p:cNvSpPr/>
          <p:nvPr/>
        </p:nvSpPr>
        <p:spPr>
          <a:xfrm flipH="1">
            <a:off x="8143200" y="4651200"/>
            <a:ext cx="1786320" cy="1280160"/>
          </a:xfrm>
          <a:prstGeom prst="borderCallout1">
            <a:avLst>
              <a:gd name="adj1" fmla="val -4631"/>
              <a:gd name="adj2" fmla="val 107102"/>
              <a:gd name="adj3" fmla="val -29543"/>
              <a:gd name="adj4" fmla="val 130774"/>
            </a:avLst>
          </a:prstGeom>
          <a:solidFill>
            <a:srgbClr val="ffff00"/>
          </a:solidFill>
          <a:ln cap="rnd" w="38100">
            <a:solidFill>
              <a:srgbClr val="0d0d0d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fi-FI" sz="1100" spc="-1" strike="noStrike">
                <a:solidFill>
                  <a:srgbClr val="000000"/>
                </a:solidFill>
                <a:latin typeface="Century Gothic"/>
                <a:ea typeface="DejaVu Sans"/>
              </a:rPr>
              <a:t>You can change duration and work amount. (these comes from Company defaults or User defaults, see separate slide)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163" name="Callout: Line 7"/>
          <p:cNvSpPr/>
          <p:nvPr/>
        </p:nvSpPr>
        <p:spPr>
          <a:xfrm flipH="1">
            <a:off x="3921840" y="4735800"/>
            <a:ext cx="1654560" cy="1195560"/>
          </a:xfrm>
          <a:prstGeom prst="borderCallout1">
            <a:avLst>
              <a:gd name="adj1" fmla="val -6897"/>
              <a:gd name="adj2" fmla="val 54158"/>
              <a:gd name="adj3" fmla="val -51961"/>
              <a:gd name="adj4" fmla="val 63547"/>
            </a:avLst>
          </a:prstGeom>
          <a:solidFill>
            <a:srgbClr val="ffff00"/>
          </a:solidFill>
          <a:ln cap="rnd" w="38100">
            <a:solidFill>
              <a:srgbClr val="0d0d0d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fi-FI" sz="1100" spc="-1" strike="noStrike">
                <a:solidFill>
                  <a:srgbClr val="000000"/>
                </a:solidFill>
                <a:latin typeface="Century Gothic"/>
                <a:ea typeface="DejaVu Sans"/>
              </a:rPr>
              <a:t>If you selected more than one day, this one tels how many report rows is generated</a:t>
            </a:r>
            <a:endParaRPr b="0" lang="en-US" sz="11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4" name="Picture 14" descr=""/>
          <p:cNvPicPr/>
          <p:nvPr/>
        </p:nvPicPr>
        <p:blipFill>
          <a:blip r:embed="rId1"/>
          <a:stretch/>
        </p:blipFill>
        <p:spPr>
          <a:xfrm>
            <a:off x="734040" y="1337400"/>
            <a:ext cx="9045360" cy="4415400"/>
          </a:xfrm>
          <a:prstGeom prst="rect">
            <a:avLst/>
          </a:prstGeom>
          <a:ln cap="rnd" w="0">
            <a:solidFill>
              <a:srgbClr val="000000"/>
            </a:solidFill>
          </a:ln>
        </p:spPr>
      </p:pic>
      <p:pic>
        <p:nvPicPr>
          <p:cNvPr id="165" name="Picture 2" descr=""/>
          <p:cNvPicPr/>
          <p:nvPr/>
        </p:nvPicPr>
        <p:blipFill>
          <a:blip r:embed="rId2"/>
          <a:stretch/>
        </p:blipFill>
        <p:spPr>
          <a:xfrm>
            <a:off x="719640" y="1337400"/>
            <a:ext cx="9045360" cy="4415400"/>
          </a:xfrm>
          <a:prstGeom prst="rect">
            <a:avLst/>
          </a:prstGeom>
          <a:ln cap="rnd" w="0">
            <a:solidFill>
              <a:srgbClr val="000000"/>
            </a:solidFill>
          </a:ln>
        </p:spPr>
      </p:pic>
      <p:pic>
        <p:nvPicPr>
          <p:cNvPr id="166" name="Picture 4" descr=""/>
          <p:cNvPicPr/>
          <p:nvPr/>
        </p:nvPicPr>
        <p:blipFill>
          <a:blip r:embed="rId3"/>
          <a:stretch/>
        </p:blipFill>
        <p:spPr>
          <a:xfrm>
            <a:off x="3848040" y="2077920"/>
            <a:ext cx="6243840" cy="2982960"/>
          </a:xfrm>
          <a:prstGeom prst="rect">
            <a:avLst/>
          </a:prstGeom>
          <a:ln cap="rnd" w="0">
            <a:solidFill>
              <a:srgbClr val="000000"/>
            </a:solidFill>
          </a:ln>
        </p:spPr>
      </p:pic>
      <p:sp>
        <p:nvSpPr>
          <p:cNvPr id="167" name="PlaceHolder 1"/>
          <p:cNvSpPr>
            <a:spLocks noGrp="1"/>
          </p:cNvSpPr>
          <p:nvPr>
            <p:ph type="title"/>
          </p:nvPr>
        </p:nvSpPr>
        <p:spPr>
          <a:xfrm>
            <a:off x="786960" y="379800"/>
            <a:ext cx="8911080" cy="1280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fi-FI" sz="3600" spc="-1" strike="noStrike">
                <a:solidFill>
                  <a:srgbClr val="262626"/>
                </a:solidFill>
                <a:latin typeface="Century Gothic"/>
              </a:rPr>
              <a:t>Company defaults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168" name="Callout: Line 6"/>
          <p:cNvSpPr/>
          <p:nvPr/>
        </p:nvSpPr>
        <p:spPr>
          <a:xfrm flipH="1">
            <a:off x="900720" y="3114720"/>
            <a:ext cx="1435320" cy="1085040"/>
          </a:xfrm>
          <a:prstGeom prst="borderCallout1">
            <a:avLst>
              <a:gd name="adj1" fmla="val -15702"/>
              <a:gd name="adj2" fmla="val 53878"/>
              <a:gd name="adj3" fmla="val -84177"/>
              <a:gd name="adj4" fmla="val 907"/>
            </a:avLst>
          </a:prstGeom>
          <a:solidFill>
            <a:srgbClr val="ffff00"/>
          </a:solidFill>
          <a:ln cap="rnd" w="38100">
            <a:solidFill>
              <a:srgbClr val="0d0d0d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000000"/>
                </a:solidFill>
                <a:latin typeface="Century Gothic"/>
                <a:ea typeface="DejaVu Sans"/>
              </a:rPr>
              <a:t>You need to be Administrator for changing company defaults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169" name="Callout: Line 12"/>
          <p:cNvSpPr/>
          <p:nvPr/>
        </p:nvSpPr>
        <p:spPr>
          <a:xfrm flipH="1">
            <a:off x="9034920" y="3331080"/>
            <a:ext cx="1786320" cy="1216440"/>
          </a:xfrm>
          <a:prstGeom prst="borderCallout1">
            <a:avLst>
              <a:gd name="adj1" fmla="val -4631"/>
              <a:gd name="adj2" fmla="val 107102"/>
              <a:gd name="adj3" fmla="val -9282"/>
              <a:gd name="adj4" fmla="val 161474"/>
            </a:avLst>
          </a:prstGeom>
          <a:solidFill>
            <a:srgbClr val="ffff00"/>
          </a:solidFill>
          <a:ln cap="rnd" w="38100">
            <a:solidFill>
              <a:srgbClr val="0d0d0d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fi-FI" sz="1100" spc="-1" strike="noStrike">
                <a:solidFill>
                  <a:srgbClr val="000000"/>
                </a:solidFill>
                <a:latin typeface="Century Gothic"/>
                <a:ea typeface="DejaVu Sans"/>
              </a:rPr>
              <a:t>Verify your timezone before updating these figures. Times are stored in UTC but shown here in you local timezone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170" name="Callout: Line 10"/>
          <p:cNvSpPr/>
          <p:nvPr/>
        </p:nvSpPr>
        <p:spPr>
          <a:xfrm flipH="1">
            <a:off x="5182200" y="4563360"/>
            <a:ext cx="1786320" cy="1154160"/>
          </a:xfrm>
          <a:prstGeom prst="borderCallout1">
            <a:avLst>
              <a:gd name="adj1" fmla="val -7899"/>
              <a:gd name="adj2" fmla="val 60733"/>
              <a:gd name="adj3" fmla="val -86919"/>
              <a:gd name="adj4" fmla="val 1955"/>
            </a:avLst>
          </a:prstGeom>
          <a:solidFill>
            <a:srgbClr val="ffff00"/>
          </a:solidFill>
          <a:ln cap="rnd" w="38100">
            <a:solidFill>
              <a:srgbClr val="0d0d0d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fi-FI" sz="1100" spc="-1" strike="noStrike">
                <a:solidFill>
                  <a:srgbClr val="000000"/>
                </a:solidFill>
                <a:latin typeface="Century Gothic"/>
                <a:ea typeface="DejaVu Sans"/>
              </a:rPr>
              <a:t>This is the default work amount to be reported. Duration is calculated from Stop - Start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171" name="TextBox 9"/>
          <p:cNvSpPr/>
          <p:nvPr/>
        </p:nvSpPr>
        <p:spPr>
          <a:xfrm>
            <a:off x="1339200" y="5832000"/>
            <a:ext cx="4755960" cy="63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fi-FI" sz="1200" spc="-1" strike="noStrike">
                <a:solidFill>
                  <a:srgbClr val="000000"/>
                </a:solidFill>
                <a:latin typeface="Century Gothic"/>
                <a:ea typeface="DejaVu Sans"/>
              </a:rPr>
              <a:t>Odoo has quite complicated working calendar for users (morning working hours, afternoon working hours, different odd weeks etc.) but rocker uses this simplified </a:t>
            </a:r>
            <a:r>
              <a:rPr b="0" lang="fi-FI" sz="1200" spc="-1" strike="noStrike">
                <a:solidFill>
                  <a:srgbClr val="000000"/>
                </a:solidFill>
                <a:latin typeface="Wingdings"/>
                <a:ea typeface="DejaVu Sans"/>
              </a:rPr>
              <a:t>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172" name="Callout: Line 11"/>
          <p:cNvSpPr/>
          <p:nvPr/>
        </p:nvSpPr>
        <p:spPr>
          <a:xfrm flipH="1">
            <a:off x="8276040" y="4641840"/>
            <a:ext cx="1488600" cy="691200"/>
          </a:xfrm>
          <a:prstGeom prst="borderCallout1">
            <a:avLst>
              <a:gd name="adj1" fmla="val -7899"/>
              <a:gd name="adj2" fmla="val 60733"/>
              <a:gd name="adj3" fmla="val -127547"/>
              <a:gd name="adj4" fmla="val 141276"/>
            </a:avLst>
          </a:prstGeom>
          <a:solidFill>
            <a:srgbClr val="ffff00"/>
          </a:solidFill>
          <a:ln cap="rnd" w="38100">
            <a:solidFill>
              <a:srgbClr val="0d0d0d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fi-FI" sz="1100" spc="-1" strike="noStrike">
                <a:solidFill>
                  <a:srgbClr val="000000"/>
                </a:solidFill>
                <a:latin typeface="Century Gothic"/>
                <a:ea typeface="DejaVu Sans"/>
              </a:rPr>
              <a:t>Default work if Rolling button clicked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173" name="Callout: Line 13"/>
          <p:cNvSpPr/>
          <p:nvPr/>
        </p:nvSpPr>
        <p:spPr>
          <a:xfrm flipH="1">
            <a:off x="7766280" y="5718240"/>
            <a:ext cx="1488600" cy="691200"/>
          </a:xfrm>
          <a:prstGeom prst="borderCallout1">
            <a:avLst>
              <a:gd name="adj1" fmla="val -7899"/>
              <a:gd name="adj2" fmla="val 60733"/>
              <a:gd name="adj3" fmla="val -185358"/>
              <a:gd name="adj4" fmla="val 125926"/>
            </a:avLst>
          </a:prstGeom>
          <a:solidFill>
            <a:srgbClr val="ffff00"/>
          </a:solidFill>
          <a:ln cap="rnd" w="38100">
            <a:solidFill>
              <a:srgbClr val="0d0d0d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fi-FI" sz="1100" spc="-1" strike="noStrike">
                <a:solidFill>
                  <a:srgbClr val="000000"/>
                </a:solidFill>
                <a:latin typeface="Century Gothic"/>
                <a:ea typeface="DejaVu Sans"/>
              </a:rPr>
              <a:t>Work is rounded to nearest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174" name="Callout: Line 15"/>
          <p:cNvSpPr/>
          <p:nvPr/>
        </p:nvSpPr>
        <p:spPr>
          <a:xfrm flipH="1">
            <a:off x="8290080" y="4641840"/>
            <a:ext cx="1488600" cy="691200"/>
          </a:xfrm>
          <a:prstGeom prst="borderCallout1">
            <a:avLst>
              <a:gd name="adj1" fmla="val -7899"/>
              <a:gd name="adj2" fmla="val 60733"/>
              <a:gd name="adj3" fmla="val -127547"/>
              <a:gd name="adj4" fmla="val 141276"/>
            </a:avLst>
          </a:prstGeom>
          <a:solidFill>
            <a:srgbClr val="ffff00"/>
          </a:solidFill>
          <a:ln cap="rnd" w="38100">
            <a:solidFill>
              <a:srgbClr val="0d0d0d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fi-FI" sz="1100" spc="-1" strike="noStrike">
                <a:solidFill>
                  <a:srgbClr val="000000"/>
                </a:solidFill>
                <a:latin typeface="Century Gothic"/>
                <a:ea typeface="DejaVu Sans"/>
              </a:rPr>
              <a:t>Default work if Rolling button clicked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175" name="Callout: Line 16"/>
          <p:cNvSpPr/>
          <p:nvPr/>
        </p:nvSpPr>
        <p:spPr>
          <a:xfrm flipH="1">
            <a:off x="7766280" y="5718240"/>
            <a:ext cx="1488600" cy="691200"/>
          </a:xfrm>
          <a:prstGeom prst="borderCallout1">
            <a:avLst>
              <a:gd name="adj1" fmla="val -7899"/>
              <a:gd name="adj2" fmla="val 60733"/>
              <a:gd name="adj3" fmla="val -185358"/>
              <a:gd name="adj4" fmla="val 125926"/>
            </a:avLst>
          </a:prstGeom>
          <a:solidFill>
            <a:srgbClr val="ffff00"/>
          </a:solidFill>
          <a:ln cap="rnd" w="38100">
            <a:solidFill>
              <a:srgbClr val="0d0d0d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fi-FI" sz="1100" spc="-1" strike="noStrike">
                <a:solidFill>
                  <a:srgbClr val="000000"/>
                </a:solidFill>
                <a:latin typeface="Century Gothic"/>
                <a:ea typeface="DejaVu Sans"/>
              </a:rPr>
              <a:t>Work is rounded to nearest</a:t>
            </a:r>
            <a:endParaRPr b="0" lang="en-US" sz="11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6" name="" descr=""/>
          <p:cNvPicPr/>
          <p:nvPr/>
        </p:nvPicPr>
        <p:blipFill>
          <a:blip r:embed="rId1"/>
          <a:stretch/>
        </p:blipFill>
        <p:spPr>
          <a:xfrm>
            <a:off x="781920" y="1143000"/>
            <a:ext cx="9733320" cy="5474880"/>
          </a:xfrm>
          <a:prstGeom prst="rect">
            <a:avLst/>
          </a:prstGeom>
          <a:ln w="0">
            <a:noFill/>
          </a:ln>
        </p:spPr>
      </p:pic>
      <p:pic>
        <p:nvPicPr>
          <p:cNvPr id="177" name="" descr=""/>
          <p:cNvPicPr/>
          <p:nvPr/>
        </p:nvPicPr>
        <p:blipFill>
          <a:blip r:embed="rId2"/>
          <a:stretch/>
        </p:blipFill>
        <p:spPr>
          <a:xfrm>
            <a:off x="4114800" y="1904040"/>
            <a:ext cx="6534720" cy="4322880"/>
          </a:xfrm>
          <a:prstGeom prst="rect">
            <a:avLst/>
          </a:prstGeom>
          <a:ln w="0">
            <a:noFill/>
          </a:ln>
        </p:spPr>
      </p:pic>
      <p:sp>
        <p:nvSpPr>
          <p:cNvPr id="178" name="PlaceHolder 1"/>
          <p:cNvSpPr>
            <a:spLocks noGrp="1"/>
          </p:cNvSpPr>
          <p:nvPr>
            <p:ph type="title"/>
          </p:nvPr>
        </p:nvSpPr>
        <p:spPr>
          <a:xfrm>
            <a:off x="786960" y="379800"/>
            <a:ext cx="8911080" cy="1280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fi-FI" sz="3600" spc="-1" strike="noStrike">
                <a:solidFill>
                  <a:srgbClr val="262626"/>
                </a:solidFill>
                <a:latin typeface="Century Gothic"/>
              </a:rPr>
              <a:t>User defaults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179" name="Callout: Line 6"/>
          <p:cNvSpPr/>
          <p:nvPr/>
        </p:nvSpPr>
        <p:spPr>
          <a:xfrm flipH="1">
            <a:off x="456480" y="3240720"/>
            <a:ext cx="1435320" cy="416520"/>
          </a:xfrm>
          <a:prstGeom prst="borderCallout1">
            <a:avLst>
              <a:gd name="adj1" fmla="val -15702"/>
              <a:gd name="adj2" fmla="val 53878"/>
              <a:gd name="adj3" fmla="val -84177"/>
              <a:gd name="adj4" fmla="val 907"/>
            </a:avLst>
          </a:prstGeom>
          <a:solidFill>
            <a:srgbClr val="ffff00"/>
          </a:solidFill>
          <a:ln cap="rnd" w="38100">
            <a:solidFill>
              <a:srgbClr val="0d0d0d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000000"/>
                </a:solidFill>
                <a:latin typeface="Century Gothic"/>
                <a:ea typeface="DejaVu Sans"/>
              </a:rPr>
              <a:t>User defaults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180" name="Callout: Line 12"/>
          <p:cNvSpPr/>
          <p:nvPr/>
        </p:nvSpPr>
        <p:spPr>
          <a:xfrm flipH="1">
            <a:off x="8000640" y="4800600"/>
            <a:ext cx="1786320" cy="1216440"/>
          </a:xfrm>
          <a:prstGeom prst="borderCallout1">
            <a:avLst>
              <a:gd name="adj1" fmla="val 22951"/>
              <a:gd name="adj2" fmla="val 103525"/>
              <a:gd name="adj3" fmla="val -67908"/>
              <a:gd name="adj4" fmla="val 213819"/>
            </a:avLst>
          </a:prstGeom>
          <a:solidFill>
            <a:srgbClr val="ffff00"/>
          </a:solidFill>
          <a:ln cap="rnd" w="38100">
            <a:solidFill>
              <a:srgbClr val="0d0d0d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fi-FI" sz="1100" spc="-1" strike="noStrike">
                <a:solidFill>
                  <a:srgbClr val="000000"/>
                </a:solidFill>
                <a:latin typeface="Century Gothic"/>
                <a:ea typeface="DejaVu Sans"/>
              </a:rPr>
              <a:t>Verify your timezone before updating these figures. Times are stored in UTC but shown here in you local timezone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181" name="Callout: Line 10"/>
          <p:cNvSpPr/>
          <p:nvPr/>
        </p:nvSpPr>
        <p:spPr>
          <a:xfrm flipH="1">
            <a:off x="781560" y="5029200"/>
            <a:ext cx="2514240" cy="932040"/>
          </a:xfrm>
          <a:prstGeom prst="borderCallout1">
            <a:avLst>
              <a:gd name="adj1" fmla="val -7899"/>
              <a:gd name="adj2" fmla="val 60733"/>
              <a:gd name="adj3" fmla="val -49749"/>
              <a:gd name="adj4" fmla="val -29559"/>
            </a:avLst>
          </a:prstGeom>
          <a:solidFill>
            <a:srgbClr val="ffff00"/>
          </a:solidFill>
          <a:ln cap="rnd" w="38100">
            <a:solidFill>
              <a:srgbClr val="0d0d0d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fi-FI" sz="1100" spc="-1" strike="noStrike">
                <a:solidFill>
                  <a:srgbClr val="000000"/>
                </a:solidFill>
                <a:latin typeface="Century Gothic"/>
                <a:ea typeface="DejaVu Sans"/>
              </a:rPr>
              <a:t>This is the default work amount to be reported. Duration is calculated from Stop - Start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182" name="Callout: Line 11"/>
          <p:cNvSpPr/>
          <p:nvPr/>
        </p:nvSpPr>
        <p:spPr>
          <a:xfrm flipH="1">
            <a:off x="6400440" y="1143000"/>
            <a:ext cx="1786320" cy="1232640"/>
          </a:xfrm>
          <a:prstGeom prst="borderCallout1">
            <a:avLst>
              <a:gd name="adj1" fmla="val 107063"/>
              <a:gd name="adj2" fmla="val 105882"/>
              <a:gd name="adj3" fmla="val 167425"/>
              <a:gd name="adj4" fmla="val 161643"/>
            </a:avLst>
          </a:prstGeom>
          <a:solidFill>
            <a:srgbClr val="ffff00"/>
          </a:solidFill>
          <a:ln cap="rnd" w="38100">
            <a:solidFill>
              <a:srgbClr val="0d0d0d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fi-FI" sz="1100" spc="-1" strike="noStrike">
                <a:solidFill>
                  <a:srgbClr val="000000"/>
                </a:solidFill>
                <a:latin typeface="Century Gothic"/>
                <a:ea typeface="DejaVu Sans"/>
              </a:rPr>
              <a:t>If user has not created defaults for him/her self, then company defaults are used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183" name="Callout: Line 13"/>
          <p:cNvSpPr/>
          <p:nvPr/>
        </p:nvSpPr>
        <p:spPr>
          <a:xfrm flipH="1">
            <a:off x="5825520" y="5486400"/>
            <a:ext cx="1488600" cy="691200"/>
          </a:xfrm>
          <a:prstGeom prst="borderCallout1">
            <a:avLst>
              <a:gd name="adj1" fmla="val -22320"/>
              <a:gd name="adj2" fmla="val 72927"/>
              <a:gd name="adj3" fmla="val -84027"/>
              <a:gd name="adj4" fmla="val 89098"/>
            </a:avLst>
          </a:prstGeom>
          <a:solidFill>
            <a:srgbClr val="ffff00"/>
          </a:solidFill>
          <a:ln cap="rnd" w="38100">
            <a:solidFill>
              <a:srgbClr val="0d0d0d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fi-FI" sz="1100" spc="-1" strike="noStrike">
                <a:solidFill>
                  <a:srgbClr val="000000"/>
                </a:solidFill>
                <a:latin typeface="Century Gothic"/>
                <a:ea typeface="DejaVu Sans"/>
              </a:rPr>
              <a:t>Default work if Rolling button clicked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184" name="Callout: Line 14"/>
          <p:cNvSpPr/>
          <p:nvPr/>
        </p:nvSpPr>
        <p:spPr>
          <a:xfrm flipH="1">
            <a:off x="3768120" y="5486400"/>
            <a:ext cx="1488600" cy="691200"/>
          </a:xfrm>
          <a:prstGeom prst="borderCallout1">
            <a:avLst>
              <a:gd name="adj1" fmla="val -7899"/>
              <a:gd name="adj2" fmla="val 60733"/>
              <a:gd name="adj3" fmla="val -44432"/>
              <a:gd name="adj4" fmla="val 37684"/>
            </a:avLst>
          </a:prstGeom>
          <a:solidFill>
            <a:srgbClr val="ffff00"/>
          </a:solidFill>
          <a:ln cap="rnd" w="38100">
            <a:solidFill>
              <a:srgbClr val="0d0d0d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fi-FI" sz="1100" spc="-1" strike="noStrike">
                <a:solidFill>
                  <a:srgbClr val="000000"/>
                </a:solidFill>
                <a:latin typeface="Century Gothic"/>
                <a:ea typeface="DejaVu Sans"/>
              </a:rPr>
              <a:t>Work is rounded to nearest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185" name="Callout: Line 1"/>
          <p:cNvSpPr/>
          <p:nvPr/>
        </p:nvSpPr>
        <p:spPr>
          <a:xfrm flipH="1">
            <a:off x="9642960" y="2440800"/>
            <a:ext cx="1786320" cy="1216440"/>
          </a:xfrm>
          <a:prstGeom prst="borderCallout1">
            <a:avLst>
              <a:gd name="adj1" fmla="val 22951"/>
              <a:gd name="adj2" fmla="val 103525"/>
              <a:gd name="adj3" fmla="val 68411"/>
              <a:gd name="adj4" fmla="val 130499"/>
            </a:avLst>
          </a:prstGeom>
          <a:solidFill>
            <a:srgbClr val="ffff00"/>
          </a:solidFill>
          <a:ln cap="rnd" w="38100">
            <a:solidFill>
              <a:srgbClr val="0d0d0d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fi-FI" sz="1100" spc="-1" strike="noStrike">
                <a:solidFill>
                  <a:srgbClr val="000000"/>
                </a:solidFill>
                <a:latin typeface="Century Gothic"/>
                <a:ea typeface="DejaVu Sans"/>
              </a:rPr>
              <a:t>HourBank report start date. NOTE that a timesheet row has to exist for that day. (Don’t use 1.1. :-) you are not working that day)</a:t>
            </a:r>
            <a:endParaRPr b="0" lang="en-US" sz="11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6" name="" descr=""/>
          <p:cNvPicPr/>
          <p:nvPr/>
        </p:nvPicPr>
        <p:blipFill>
          <a:blip r:embed="rId1"/>
          <a:stretch/>
        </p:blipFill>
        <p:spPr>
          <a:xfrm>
            <a:off x="1428480" y="5931000"/>
            <a:ext cx="7486560" cy="698040"/>
          </a:xfrm>
          <a:prstGeom prst="rect">
            <a:avLst/>
          </a:prstGeom>
          <a:ln w="0">
            <a:solidFill>
              <a:srgbClr val="3465a4"/>
            </a:solidFill>
          </a:ln>
        </p:spPr>
      </p:pic>
      <p:pic>
        <p:nvPicPr>
          <p:cNvPr id="187" name="Picture 5" descr=""/>
          <p:cNvPicPr/>
          <p:nvPr/>
        </p:nvPicPr>
        <p:blipFill>
          <a:blip r:embed="rId2"/>
          <a:stretch/>
        </p:blipFill>
        <p:spPr>
          <a:xfrm>
            <a:off x="1482120" y="1676880"/>
            <a:ext cx="9226800" cy="2019960"/>
          </a:xfrm>
          <a:prstGeom prst="rect">
            <a:avLst/>
          </a:prstGeom>
          <a:ln cap="rnd" w="0">
            <a:solidFill>
              <a:srgbClr val="000000"/>
            </a:solidFill>
          </a:ln>
        </p:spPr>
      </p:pic>
      <p:pic>
        <p:nvPicPr>
          <p:cNvPr id="188" name="Picture 8" descr=""/>
          <p:cNvPicPr/>
          <p:nvPr/>
        </p:nvPicPr>
        <p:blipFill>
          <a:blip r:embed="rId3"/>
          <a:stretch/>
        </p:blipFill>
        <p:spPr>
          <a:xfrm>
            <a:off x="1860120" y="3570480"/>
            <a:ext cx="9286200" cy="1344240"/>
          </a:xfrm>
          <a:prstGeom prst="rect">
            <a:avLst/>
          </a:prstGeom>
          <a:ln cap="rnd" w="0">
            <a:solidFill>
              <a:srgbClr val="000000"/>
            </a:solidFill>
          </a:ln>
        </p:spPr>
      </p:pic>
      <p:sp>
        <p:nvSpPr>
          <p:cNvPr id="189" name="PlaceHolder 1"/>
          <p:cNvSpPr>
            <a:spLocks noGrp="1"/>
          </p:cNvSpPr>
          <p:nvPr>
            <p:ph type="title"/>
          </p:nvPr>
        </p:nvSpPr>
        <p:spPr>
          <a:xfrm>
            <a:off x="786960" y="379800"/>
            <a:ext cx="8911080" cy="1280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fi-FI" sz="3600" spc="-1" strike="noStrike">
                <a:solidFill>
                  <a:srgbClr val="262626"/>
                </a:solidFill>
                <a:latin typeface="Century Gothic"/>
              </a:rPr>
              <a:t>Edit Project types, edit project’s company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190" name="Callout: Line 6"/>
          <p:cNvSpPr/>
          <p:nvPr/>
        </p:nvSpPr>
        <p:spPr>
          <a:xfrm flipH="1">
            <a:off x="9318600" y="5181120"/>
            <a:ext cx="1826640" cy="1470240"/>
          </a:xfrm>
          <a:prstGeom prst="borderCallout1">
            <a:avLst>
              <a:gd name="adj1" fmla="val -6737"/>
              <a:gd name="adj2" fmla="val 76492"/>
              <a:gd name="adj3" fmla="val -50349"/>
              <a:gd name="adj4" fmla="val 161895"/>
            </a:avLst>
          </a:prstGeom>
          <a:solidFill>
            <a:srgbClr val="ffff00"/>
          </a:solidFill>
          <a:ln cap="rnd" w="38100">
            <a:solidFill>
              <a:srgbClr val="0d0d0d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000000"/>
                </a:solidFill>
                <a:latin typeface="Century Gothic"/>
                <a:ea typeface="DejaVu Sans"/>
              </a:rPr>
              <a:t>Project visibility to users. You can change here but if you need special access to selected users, change it in Project views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191" name="Callout: Line 12"/>
          <p:cNvSpPr/>
          <p:nvPr/>
        </p:nvSpPr>
        <p:spPr>
          <a:xfrm flipH="1">
            <a:off x="6192360" y="4897440"/>
            <a:ext cx="1786320" cy="855360"/>
          </a:xfrm>
          <a:prstGeom prst="borderCallout1">
            <a:avLst>
              <a:gd name="adj1" fmla="val -4631"/>
              <a:gd name="adj2" fmla="val 107102"/>
              <a:gd name="adj3" fmla="val -59047"/>
              <a:gd name="adj4" fmla="val 162432"/>
            </a:avLst>
          </a:prstGeom>
          <a:solidFill>
            <a:srgbClr val="ffff00"/>
          </a:solidFill>
          <a:ln cap="rnd" w="38100">
            <a:solidFill>
              <a:srgbClr val="0d0d0d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fi-FI" sz="1100" spc="-1" strike="noStrike">
                <a:solidFill>
                  <a:srgbClr val="000000"/>
                </a:solidFill>
                <a:latin typeface="Century Gothic"/>
                <a:ea typeface="DejaVu Sans"/>
              </a:rPr>
              <a:t>Select Timesheets if you allow to report work for the Project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192" name="Callout: Line 10"/>
          <p:cNvSpPr/>
          <p:nvPr/>
        </p:nvSpPr>
        <p:spPr>
          <a:xfrm flipH="1">
            <a:off x="2525040" y="5227920"/>
            <a:ext cx="1786320" cy="581400"/>
          </a:xfrm>
          <a:prstGeom prst="borderCallout1">
            <a:avLst>
              <a:gd name="adj1" fmla="val -7899"/>
              <a:gd name="adj2" fmla="val 60733"/>
              <a:gd name="adj3" fmla="val -60047"/>
              <a:gd name="adj4" fmla="val 20129"/>
            </a:avLst>
          </a:prstGeom>
          <a:solidFill>
            <a:srgbClr val="ffff00"/>
          </a:solidFill>
          <a:ln cap="rnd" w="38100">
            <a:solidFill>
              <a:srgbClr val="0d0d0d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fi-FI" sz="1100" spc="-1" strike="noStrike">
                <a:solidFill>
                  <a:srgbClr val="000000"/>
                </a:solidFill>
                <a:latin typeface="Century Gothic"/>
                <a:ea typeface="DejaVu Sans"/>
              </a:rPr>
              <a:t>These are for Project/Task filtering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193" name="Callout: Line 2"/>
          <p:cNvSpPr/>
          <p:nvPr/>
        </p:nvSpPr>
        <p:spPr>
          <a:xfrm flipH="1">
            <a:off x="456840" y="5133240"/>
            <a:ext cx="1786320" cy="581400"/>
          </a:xfrm>
          <a:prstGeom prst="borderCallout1">
            <a:avLst>
              <a:gd name="adj1" fmla="val 109338"/>
              <a:gd name="adj2" fmla="val 52659"/>
              <a:gd name="adj3" fmla="val 203339"/>
              <a:gd name="adj4" fmla="val 25705"/>
            </a:avLst>
          </a:prstGeom>
          <a:solidFill>
            <a:srgbClr val="ffff00"/>
          </a:solidFill>
          <a:ln cap="rnd" w="38100">
            <a:solidFill>
              <a:srgbClr val="0d0d0d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fi-FI" sz="1100" spc="-1" strike="noStrike">
                <a:solidFill>
                  <a:srgbClr val="000000"/>
                </a:solidFill>
                <a:latin typeface="Century Gothic"/>
                <a:ea typeface="DejaVu Sans"/>
              </a:rPr>
              <a:t>Click Open, then you can edit Companyg</a:t>
            </a:r>
            <a:endParaRPr b="0" lang="en-US" sz="11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" name="Picture 2" descr=""/>
          <p:cNvPicPr/>
          <p:nvPr/>
        </p:nvPicPr>
        <p:blipFill>
          <a:blip r:embed="rId1"/>
          <a:stretch/>
        </p:blipFill>
        <p:spPr>
          <a:xfrm>
            <a:off x="1045080" y="1325160"/>
            <a:ext cx="10024920" cy="5164560"/>
          </a:xfrm>
          <a:prstGeom prst="rect">
            <a:avLst/>
          </a:prstGeom>
          <a:ln cap="rnd" w="0">
            <a:solidFill>
              <a:srgbClr val="000000"/>
            </a:solidFill>
          </a:ln>
        </p:spPr>
      </p:pic>
      <p:sp>
        <p:nvSpPr>
          <p:cNvPr id="195" name="PlaceHolder 1"/>
          <p:cNvSpPr>
            <a:spLocks noGrp="1"/>
          </p:cNvSpPr>
          <p:nvPr>
            <p:ph type="title"/>
          </p:nvPr>
        </p:nvSpPr>
        <p:spPr>
          <a:xfrm>
            <a:off x="786960" y="379800"/>
            <a:ext cx="8911080" cy="1280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fi-FI" sz="3600" spc="-1" strike="noStrike">
                <a:solidFill>
                  <a:srgbClr val="262626"/>
                </a:solidFill>
                <a:latin typeface="Century Gothic"/>
              </a:rPr>
              <a:t>Project/Task visibility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196" name="Callout: Line 6"/>
          <p:cNvSpPr/>
          <p:nvPr/>
        </p:nvSpPr>
        <p:spPr>
          <a:xfrm flipH="1">
            <a:off x="9110880" y="2916000"/>
            <a:ext cx="1826640" cy="907920"/>
          </a:xfrm>
          <a:prstGeom prst="borderCallout1">
            <a:avLst>
              <a:gd name="adj1" fmla="val 54527"/>
              <a:gd name="adj2" fmla="val 106083"/>
              <a:gd name="adj3" fmla="val 105350"/>
              <a:gd name="adj4" fmla="val 135432"/>
            </a:avLst>
          </a:prstGeom>
          <a:solidFill>
            <a:srgbClr val="ffff00"/>
          </a:solidFill>
          <a:ln cap="rnd" w="38100">
            <a:solidFill>
              <a:srgbClr val="0d0d0d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000000"/>
                </a:solidFill>
                <a:latin typeface="Century Gothic"/>
                <a:ea typeface="DejaVu Sans"/>
              </a:rPr>
              <a:t>Invited internal users: Only listed users can see this project and report work.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197" name="Callout: Line 10"/>
          <p:cNvSpPr/>
          <p:nvPr/>
        </p:nvSpPr>
        <p:spPr>
          <a:xfrm flipH="1">
            <a:off x="3639600" y="6154920"/>
            <a:ext cx="1388160" cy="409320"/>
          </a:xfrm>
          <a:prstGeom prst="borderCallout1">
            <a:avLst>
              <a:gd name="adj1" fmla="val 31362"/>
              <a:gd name="adj2" fmla="val 107422"/>
              <a:gd name="adj3" fmla="val 12585"/>
              <a:gd name="adj4" fmla="val 130136"/>
            </a:avLst>
          </a:prstGeom>
          <a:solidFill>
            <a:srgbClr val="ffff00"/>
          </a:solidFill>
          <a:ln cap="rnd" w="38100">
            <a:solidFill>
              <a:srgbClr val="0d0d0d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fi-FI" sz="1100" spc="-1" strike="noStrike">
                <a:solidFill>
                  <a:srgbClr val="000000"/>
                </a:solidFill>
                <a:latin typeface="Century Gothic"/>
                <a:ea typeface="DejaVu Sans"/>
              </a:rPr>
              <a:t>Allow timesheets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198" name="Callout: Line 9"/>
          <p:cNvSpPr/>
          <p:nvPr/>
        </p:nvSpPr>
        <p:spPr>
          <a:xfrm flipH="1">
            <a:off x="1044360" y="4446360"/>
            <a:ext cx="1512360" cy="655560"/>
          </a:xfrm>
          <a:prstGeom prst="borderCallout1">
            <a:avLst>
              <a:gd name="adj1" fmla="val 116355"/>
              <a:gd name="adj2" fmla="val 48997"/>
              <a:gd name="adj3" fmla="val 135893"/>
              <a:gd name="adj4" fmla="val 7409"/>
            </a:avLst>
          </a:prstGeom>
          <a:solidFill>
            <a:srgbClr val="ffff00"/>
          </a:solidFill>
          <a:ln cap="rnd" w="38100">
            <a:solidFill>
              <a:srgbClr val="0d0d0d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fi-FI" sz="1100" spc="-1" strike="noStrike">
                <a:solidFill>
                  <a:srgbClr val="000000"/>
                </a:solidFill>
                <a:latin typeface="Century Gothic"/>
                <a:ea typeface="DejaVu Sans"/>
              </a:rPr>
              <a:t>Filter buttons for Project/Task hierarchy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199" name="Callout: Line 11"/>
          <p:cNvSpPr/>
          <p:nvPr/>
        </p:nvSpPr>
        <p:spPr>
          <a:xfrm flipH="1">
            <a:off x="6238800" y="5164560"/>
            <a:ext cx="1826640" cy="907920"/>
          </a:xfrm>
          <a:prstGeom prst="borderCallout1">
            <a:avLst>
              <a:gd name="adj1" fmla="val -12227"/>
              <a:gd name="adj2" fmla="val 80823"/>
              <a:gd name="adj3" fmla="val -98783"/>
              <a:gd name="adj4" fmla="val 46901"/>
            </a:avLst>
          </a:prstGeom>
          <a:solidFill>
            <a:srgbClr val="ffff00"/>
          </a:solidFill>
          <a:ln cap="rnd" w="38100">
            <a:solidFill>
              <a:srgbClr val="0d0d0d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000000"/>
                </a:solidFill>
                <a:latin typeface="Century Gothic"/>
                <a:ea typeface="DejaVu Sans"/>
              </a:rPr>
              <a:t>All internal users: All users can see this project and report work.</a:t>
            </a:r>
            <a:endParaRPr b="0" lang="en-US" sz="11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0" name="Picture 4" descr=""/>
          <p:cNvPicPr/>
          <p:nvPr/>
        </p:nvPicPr>
        <p:blipFill>
          <a:blip r:embed="rId1"/>
          <a:stretch/>
        </p:blipFill>
        <p:spPr>
          <a:xfrm>
            <a:off x="786960" y="1156680"/>
            <a:ext cx="9420120" cy="3944880"/>
          </a:xfrm>
          <a:prstGeom prst="rect">
            <a:avLst/>
          </a:prstGeom>
          <a:ln cap="rnd" w="0">
            <a:solidFill>
              <a:srgbClr val="000000"/>
            </a:solidFill>
          </a:ln>
        </p:spPr>
      </p:pic>
      <p:pic>
        <p:nvPicPr>
          <p:cNvPr id="201" name="Picture 2" descr=""/>
          <p:cNvPicPr/>
          <p:nvPr/>
        </p:nvPicPr>
        <p:blipFill>
          <a:blip r:embed="rId2"/>
          <a:stretch/>
        </p:blipFill>
        <p:spPr>
          <a:xfrm>
            <a:off x="3480480" y="2776320"/>
            <a:ext cx="7184520" cy="3701160"/>
          </a:xfrm>
          <a:prstGeom prst="rect">
            <a:avLst/>
          </a:prstGeom>
          <a:ln cap="rnd" w="0">
            <a:solidFill>
              <a:srgbClr val="000000"/>
            </a:solidFill>
          </a:ln>
        </p:spPr>
      </p:pic>
      <p:sp>
        <p:nvSpPr>
          <p:cNvPr id="202" name="PlaceHolder 1"/>
          <p:cNvSpPr>
            <a:spLocks noGrp="1"/>
          </p:cNvSpPr>
          <p:nvPr>
            <p:ph type="title"/>
          </p:nvPr>
        </p:nvSpPr>
        <p:spPr>
          <a:xfrm>
            <a:off x="786960" y="379800"/>
            <a:ext cx="8911080" cy="1280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fi-FI" sz="3600" spc="-1" strike="noStrike">
                <a:solidFill>
                  <a:srgbClr val="262626"/>
                </a:solidFill>
                <a:latin typeface="Century Gothic"/>
              </a:rPr>
              <a:t>Project/Task visibility dialog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203" name="Callout: Line 6"/>
          <p:cNvSpPr/>
          <p:nvPr/>
        </p:nvSpPr>
        <p:spPr>
          <a:xfrm flipH="1">
            <a:off x="9859680" y="3698280"/>
            <a:ext cx="902160" cy="846720"/>
          </a:xfrm>
          <a:prstGeom prst="borderCallout1">
            <a:avLst>
              <a:gd name="adj1" fmla="val 57458"/>
              <a:gd name="adj2" fmla="val 113766"/>
              <a:gd name="adj3" fmla="val 161867"/>
              <a:gd name="adj4" fmla="val 181371"/>
            </a:avLst>
          </a:prstGeom>
          <a:solidFill>
            <a:srgbClr val="ffff00"/>
          </a:solidFill>
          <a:ln cap="rnd" w="38100">
            <a:solidFill>
              <a:srgbClr val="0d0d0d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000000"/>
                </a:solidFill>
                <a:latin typeface="Century Gothic"/>
                <a:ea typeface="DejaVu Sans"/>
              </a:rPr>
              <a:t>Invited internal users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204" name="Callout: Line 10"/>
          <p:cNvSpPr/>
          <p:nvPr/>
        </p:nvSpPr>
        <p:spPr>
          <a:xfrm flipH="1">
            <a:off x="979920" y="4422240"/>
            <a:ext cx="1388160" cy="786600"/>
          </a:xfrm>
          <a:prstGeom prst="borderCallout1">
            <a:avLst>
              <a:gd name="adj1" fmla="val -11636"/>
              <a:gd name="adj2" fmla="val 46338"/>
              <a:gd name="adj3" fmla="val -106357"/>
              <a:gd name="adj4" fmla="val 51012"/>
            </a:avLst>
          </a:prstGeom>
          <a:solidFill>
            <a:srgbClr val="ffff00"/>
          </a:solidFill>
          <a:ln cap="rnd" w="38100">
            <a:solidFill>
              <a:srgbClr val="0d0d0d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fi-FI" sz="1100" spc="-1" strike="noStrike">
                <a:solidFill>
                  <a:srgbClr val="000000"/>
                </a:solidFill>
                <a:latin typeface="Century Gothic"/>
                <a:ea typeface="DejaVu Sans"/>
              </a:rPr>
              <a:t>Only projecs where you are invited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205" name="Callout: Line 9"/>
          <p:cNvSpPr/>
          <p:nvPr/>
        </p:nvSpPr>
        <p:spPr>
          <a:xfrm flipH="1">
            <a:off x="4121640" y="1156680"/>
            <a:ext cx="1512360" cy="655560"/>
          </a:xfrm>
          <a:prstGeom prst="borderCallout1">
            <a:avLst>
              <a:gd name="adj1" fmla="val 116355"/>
              <a:gd name="adj2" fmla="val 48997"/>
              <a:gd name="adj3" fmla="val 176756"/>
              <a:gd name="adj4" fmla="val 96886"/>
            </a:avLst>
          </a:prstGeom>
          <a:solidFill>
            <a:srgbClr val="ffff00"/>
          </a:solidFill>
          <a:ln cap="rnd" w="38100">
            <a:solidFill>
              <a:srgbClr val="0d0d0d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fi-FI" sz="1100" spc="-1" strike="noStrike">
                <a:solidFill>
                  <a:srgbClr val="000000"/>
                </a:solidFill>
                <a:latin typeface="Century Gothic"/>
                <a:ea typeface="DejaVu Sans"/>
              </a:rPr>
              <a:t>Click Member filter</a:t>
            </a:r>
            <a:endParaRPr b="0" lang="en-US" sz="11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6" name="Picture 5" descr=""/>
          <p:cNvPicPr/>
          <p:nvPr/>
        </p:nvPicPr>
        <p:blipFill>
          <a:blip r:embed="rId1"/>
          <a:stretch/>
        </p:blipFill>
        <p:spPr>
          <a:xfrm>
            <a:off x="967320" y="1540800"/>
            <a:ext cx="8193600" cy="3120480"/>
          </a:xfrm>
          <a:prstGeom prst="rect">
            <a:avLst/>
          </a:prstGeom>
          <a:ln cap="rnd" w="0">
            <a:solidFill>
              <a:srgbClr val="000000"/>
            </a:solidFill>
          </a:ln>
        </p:spPr>
      </p:pic>
      <p:pic>
        <p:nvPicPr>
          <p:cNvPr id="207" name="Picture 8" descr=""/>
          <p:cNvPicPr/>
          <p:nvPr/>
        </p:nvPicPr>
        <p:blipFill>
          <a:blip r:embed="rId2"/>
          <a:stretch/>
        </p:blipFill>
        <p:spPr>
          <a:xfrm>
            <a:off x="5242680" y="2795760"/>
            <a:ext cx="5725080" cy="3790800"/>
          </a:xfrm>
          <a:prstGeom prst="rect">
            <a:avLst/>
          </a:prstGeom>
          <a:ln cap="rnd" w="0">
            <a:solidFill>
              <a:srgbClr val="000000"/>
            </a:solidFill>
          </a:ln>
        </p:spPr>
      </p:pic>
      <p:sp>
        <p:nvSpPr>
          <p:cNvPr id="208" name="PlaceHolder 1"/>
          <p:cNvSpPr>
            <a:spLocks noGrp="1"/>
          </p:cNvSpPr>
          <p:nvPr>
            <p:ph type="title"/>
          </p:nvPr>
        </p:nvSpPr>
        <p:spPr>
          <a:xfrm>
            <a:off x="786960" y="379800"/>
            <a:ext cx="8911080" cy="1280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fi-FI" sz="3600" spc="-1" strike="noStrike">
                <a:solidFill>
                  <a:srgbClr val="262626"/>
                </a:solidFill>
                <a:latin typeface="Century Gothic"/>
              </a:rPr>
              <a:t>Project/Task visibility, filtering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209" name="Callout: Line 6"/>
          <p:cNvSpPr/>
          <p:nvPr/>
        </p:nvSpPr>
        <p:spPr>
          <a:xfrm flipH="1">
            <a:off x="5419800" y="5317200"/>
            <a:ext cx="1186200" cy="1057680"/>
          </a:xfrm>
          <a:prstGeom prst="borderCallout1">
            <a:avLst>
              <a:gd name="adj1" fmla="val -9007"/>
              <a:gd name="adj2" fmla="val 61175"/>
              <a:gd name="adj3" fmla="val -37528"/>
              <a:gd name="adj4" fmla="val 75819"/>
            </a:avLst>
          </a:prstGeom>
          <a:solidFill>
            <a:srgbClr val="ffff00"/>
          </a:solidFill>
          <a:ln cap="rnd" w="38100">
            <a:solidFill>
              <a:srgbClr val="0d0d0d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000000"/>
                </a:solidFill>
                <a:latin typeface="Century Gothic"/>
                <a:ea typeface="DejaVu Sans"/>
              </a:rPr>
              <a:t>Only tasks where you are in Assigned To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210" name="Callout: Line 10"/>
          <p:cNvSpPr/>
          <p:nvPr/>
        </p:nvSpPr>
        <p:spPr>
          <a:xfrm flipH="1">
            <a:off x="1686240" y="4721040"/>
            <a:ext cx="1388160" cy="786600"/>
          </a:xfrm>
          <a:prstGeom prst="borderCallout1">
            <a:avLst>
              <a:gd name="adj1" fmla="val -11636"/>
              <a:gd name="adj2" fmla="val 46338"/>
              <a:gd name="adj3" fmla="val -106357"/>
              <a:gd name="adj4" fmla="val 51012"/>
            </a:avLst>
          </a:prstGeom>
          <a:solidFill>
            <a:srgbClr val="ffff00"/>
          </a:solidFill>
          <a:ln cap="rnd" w="38100">
            <a:solidFill>
              <a:srgbClr val="0d0d0d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fi-FI" sz="1100" spc="-1" strike="noStrike">
                <a:solidFill>
                  <a:srgbClr val="000000"/>
                </a:solidFill>
                <a:latin typeface="Century Gothic"/>
                <a:ea typeface="DejaVu Sans"/>
              </a:rPr>
              <a:t>Project Task assigned to user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211" name="Callout: Line 9"/>
          <p:cNvSpPr/>
          <p:nvPr/>
        </p:nvSpPr>
        <p:spPr>
          <a:xfrm flipH="1">
            <a:off x="8144280" y="2295360"/>
            <a:ext cx="1512360" cy="655560"/>
          </a:xfrm>
          <a:prstGeom prst="borderCallout1">
            <a:avLst>
              <a:gd name="adj1" fmla="val 116355"/>
              <a:gd name="adj2" fmla="val 48997"/>
              <a:gd name="adj3" fmla="val 202212"/>
              <a:gd name="adj4" fmla="val 86137"/>
            </a:avLst>
          </a:prstGeom>
          <a:solidFill>
            <a:srgbClr val="ffff00"/>
          </a:solidFill>
          <a:ln cap="rnd" w="38100">
            <a:solidFill>
              <a:srgbClr val="0d0d0d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fi-FI" sz="1100" spc="-1" strike="noStrike">
                <a:solidFill>
                  <a:srgbClr val="000000"/>
                </a:solidFill>
                <a:latin typeface="Century Gothic"/>
                <a:ea typeface="DejaVu Sans"/>
              </a:rPr>
              <a:t>Click My filter</a:t>
            </a:r>
            <a:endParaRPr b="0" lang="en-US" sz="11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2" name="Picture 2" descr=""/>
          <p:cNvPicPr/>
          <p:nvPr/>
        </p:nvPicPr>
        <p:blipFill>
          <a:blip r:embed="rId1"/>
          <a:stretch/>
        </p:blipFill>
        <p:spPr>
          <a:xfrm>
            <a:off x="511560" y="1246680"/>
            <a:ext cx="9101160" cy="2754720"/>
          </a:xfrm>
          <a:prstGeom prst="rect">
            <a:avLst/>
          </a:prstGeom>
          <a:ln cap="rnd" w="0">
            <a:solidFill>
              <a:srgbClr val="000000"/>
            </a:solidFill>
          </a:ln>
        </p:spPr>
      </p:pic>
      <p:sp>
        <p:nvSpPr>
          <p:cNvPr id="213" name="PlaceHolder 1"/>
          <p:cNvSpPr>
            <a:spLocks noGrp="1"/>
          </p:cNvSpPr>
          <p:nvPr>
            <p:ph type="title"/>
          </p:nvPr>
        </p:nvSpPr>
        <p:spPr>
          <a:xfrm>
            <a:off x="786960" y="379800"/>
            <a:ext cx="8911080" cy="1280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fi-FI" sz="3600" spc="-1" strike="noStrike">
                <a:solidFill>
                  <a:srgbClr val="262626"/>
                </a:solidFill>
                <a:latin typeface="Century Gothic"/>
              </a:rPr>
              <a:t>Original HR_timesheet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214" name="Callout: Line 10"/>
          <p:cNvSpPr/>
          <p:nvPr/>
        </p:nvSpPr>
        <p:spPr>
          <a:xfrm flipH="1">
            <a:off x="786240" y="3719520"/>
            <a:ext cx="1402560" cy="1234800"/>
          </a:xfrm>
          <a:prstGeom prst="borderCallout1">
            <a:avLst>
              <a:gd name="adj1" fmla="val -11636"/>
              <a:gd name="adj2" fmla="val 46338"/>
              <a:gd name="adj3" fmla="val -53703"/>
              <a:gd name="adj4" fmla="val 12168"/>
            </a:avLst>
          </a:prstGeom>
          <a:solidFill>
            <a:srgbClr val="ffff00"/>
          </a:solidFill>
          <a:ln cap="rnd" w="38100">
            <a:solidFill>
              <a:srgbClr val="0d0d0d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fi-FI" sz="1100" spc="-1" strike="noStrike">
                <a:solidFill>
                  <a:srgbClr val="000000"/>
                </a:solidFill>
                <a:latin typeface="Century Gothic"/>
                <a:ea typeface="DejaVu Sans"/>
              </a:rPr>
              <a:t>All rows generated in Rocker side are visible in hr_timesheet module 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215" name="Callout: Line 9"/>
          <p:cNvSpPr/>
          <p:nvPr/>
        </p:nvSpPr>
        <p:spPr>
          <a:xfrm flipH="1">
            <a:off x="9651960" y="936720"/>
            <a:ext cx="1701720" cy="1194480"/>
          </a:xfrm>
          <a:prstGeom prst="borderCallout1">
            <a:avLst>
              <a:gd name="adj1" fmla="val 108999"/>
              <a:gd name="adj2" fmla="val 74045"/>
              <a:gd name="adj3" fmla="val 137115"/>
              <a:gd name="adj4" fmla="val 98015"/>
            </a:avLst>
          </a:prstGeom>
          <a:solidFill>
            <a:srgbClr val="ffff00"/>
          </a:solidFill>
          <a:ln cap="rnd" w="38100">
            <a:solidFill>
              <a:srgbClr val="0d0d0d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fi-FI" sz="1100" spc="-1" strike="noStrike">
                <a:solidFill>
                  <a:srgbClr val="000000"/>
                </a:solidFill>
                <a:latin typeface="Century Gothic"/>
                <a:ea typeface="DejaVu Sans"/>
              </a:rPr>
              <a:t>Work_amount in Rocker side (not duration, duration contains lunch hours which are not payable</a:t>
            </a:r>
            <a:endParaRPr b="0" lang="en-US" sz="1100" spc="-1" strike="noStrike">
              <a:latin typeface="Arial"/>
            </a:endParaRPr>
          </a:p>
        </p:txBody>
      </p:sp>
      <p:pic>
        <p:nvPicPr>
          <p:cNvPr id="216" name="Picture 7" descr=""/>
          <p:cNvPicPr/>
          <p:nvPr/>
        </p:nvPicPr>
        <p:blipFill>
          <a:blip r:embed="rId2"/>
          <a:stretch/>
        </p:blipFill>
        <p:spPr>
          <a:xfrm>
            <a:off x="3195360" y="3239640"/>
            <a:ext cx="8782920" cy="2865600"/>
          </a:xfrm>
          <a:prstGeom prst="rect">
            <a:avLst/>
          </a:prstGeom>
          <a:ln cap="rnd" w="0">
            <a:solidFill>
              <a:srgbClr val="000000"/>
            </a:solidFill>
          </a:ln>
        </p:spPr>
      </p:pic>
      <p:sp>
        <p:nvSpPr>
          <p:cNvPr id="217" name="Callout: Line 11"/>
          <p:cNvSpPr/>
          <p:nvPr/>
        </p:nvSpPr>
        <p:spPr>
          <a:xfrm flipH="1">
            <a:off x="10024200" y="5323680"/>
            <a:ext cx="1701720" cy="1194480"/>
          </a:xfrm>
          <a:prstGeom prst="borderCallout1">
            <a:avLst>
              <a:gd name="adj1" fmla="val 53096"/>
              <a:gd name="adj2" fmla="val 109164"/>
              <a:gd name="adj3" fmla="val 12805"/>
              <a:gd name="adj4" fmla="val 203372"/>
            </a:avLst>
          </a:prstGeom>
          <a:solidFill>
            <a:srgbClr val="ffff00"/>
          </a:solidFill>
          <a:ln cap="rnd" w="38100">
            <a:solidFill>
              <a:srgbClr val="0d0d0d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fi-FI" sz="1100" spc="-1" strike="noStrike">
                <a:solidFill>
                  <a:srgbClr val="000000"/>
                </a:solidFill>
                <a:latin typeface="Century Gothic"/>
                <a:ea typeface="DejaVu Sans"/>
              </a:rPr>
              <a:t>All hr_timesheet module &amp; project modul reports are usable</a:t>
            </a:r>
            <a:endParaRPr b="0" lang="en-US" sz="11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PlaceHolder 1"/>
          <p:cNvSpPr>
            <a:spLocks noGrp="1"/>
          </p:cNvSpPr>
          <p:nvPr>
            <p:ph type="title"/>
          </p:nvPr>
        </p:nvSpPr>
        <p:spPr>
          <a:xfrm>
            <a:off x="786960" y="379800"/>
            <a:ext cx="8911080" cy="1280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fi-FI" sz="3600" spc="-1" strike="noStrike">
                <a:solidFill>
                  <a:srgbClr val="262626"/>
                </a:solidFill>
                <a:latin typeface="Century Gothic"/>
              </a:rPr>
              <a:t>Excel export</a:t>
            </a:r>
            <a:endParaRPr b="0" lang="en-US" sz="3600" spc="-1" strike="noStrike">
              <a:latin typeface="Arial"/>
            </a:endParaRPr>
          </a:p>
        </p:txBody>
      </p:sp>
      <p:pic>
        <p:nvPicPr>
          <p:cNvPr id="219" name="Picture 3" descr=""/>
          <p:cNvPicPr/>
          <p:nvPr/>
        </p:nvPicPr>
        <p:blipFill>
          <a:blip r:embed="rId1"/>
          <a:stretch/>
        </p:blipFill>
        <p:spPr>
          <a:xfrm>
            <a:off x="1386000" y="1539720"/>
            <a:ext cx="9698040" cy="5191560"/>
          </a:xfrm>
          <a:prstGeom prst="rect">
            <a:avLst/>
          </a:prstGeom>
          <a:ln w="0">
            <a:noFill/>
          </a:ln>
        </p:spPr>
      </p:pic>
      <p:sp>
        <p:nvSpPr>
          <p:cNvPr id="220" name="Callout: Line 4"/>
          <p:cNvSpPr/>
          <p:nvPr/>
        </p:nvSpPr>
        <p:spPr>
          <a:xfrm flipH="1">
            <a:off x="786240" y="3719520"/>
            <a:ext cx="1402560" cy="1234800"/>
          </a:xfrm>
          <a:prstGeom prst="borderCallout1">
            <a:avLst>
              <a:gd name="adj1" fmla="val -11636"/>
              <a:gd name="adj2" fmla="val 46338"/>
              <a:gd name="adj3" fmla="val -102103"/>
              <a:gd name="adj4" fmla="val 10055"/>
            </a:avLst>
          </a:prstGeom>
          <a:solidFill>
            <a:srgbClr val="ffff00"/>
          </a:solidFill>
          <a:ln cap="rnd" w="38100">
            <a:solidFill>
              <a:srgbClr val="0d0d0d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fi-FI" sz="1100" spc="-1" strike="noStrike">
                <a:solidFill>
                  <a:srgbClr val="000000"/>
                </a:solidFill>
                <a:latin typeface="Century Gothic"/>
                <a:ea typeface="DejaVu Sans"/>
              </a:rPr>
              <a:t>Click export</a:t>
            </a:r>
            <a:endParaRPr b="0" lang="en-US" sz="11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1" name="Picture 7" descr=""/>
          <p:cNvPicPr/>
          <p:nvPr/>
        </p:nvPicPr>
        <p:blipFill>
          <a:blip r:embed="rId1"/>
          <a:stretch/>
        </p:blipFill>
        <p:spPr>
          <a:xfrm>
            <a:off x="5789520" y="825480"/>
            <a:ext cx="3047400" cy="1669680"/>
          </a:xfrm>
          <a:prstGeom prst="rect">
            <a:avLst/>
          </a:prstGeom>
          <a:ln cap="rnd" w="0">
            <a:solidFill>
              <a:srgbClr val="000000"/>
            </a:solidFill>
          </a:ln>
        </p:spPr>
      </p:pic>
      <p:pic>
        <p:nvPicPr>
          <p:cNvPr id="222" name="Picture 5" descr=""/>
          <p:cNvPicPr/>
          <p:nvPr/>
        </p:nvPicPr>
        <p:blipFill>
          <a:blip r:embed="rId2"/>
          <a:stretch/>
        </p:blipFill>
        <p:spPr>
          <a:xfrm>
            <a:off x="1433520" y="2957040"/>
            <a:ext cx="9588240" cy="3819240"/>
          </a:xfrm>
          <a:prstGeom prst="rect">
            <a:avLst/>
          </a:prstGeom>
          <a:ln cap="rnd" w="0">
            <a:solidFill>
              <a:srgbClr val="000000"/>
            </a:solidFill>
          </a:ln>
        </p:spPr>
      </p:pic>
      <p:sp>
        <p:nvSpPr>
          <p:cNvPr id="223" name="PlaceHolder 1"/>
          <p:cNvSpPr>
            <a:spLocks noGrp="1"/>
          </p:cNvSpPr>
          <p:nvPr>
            <p:ph type="title"/>
          </p:nvPr>
        </p:nvSpPr>
        <p:spPr>
          <a:xfrm>
            <a:off x="786960" y="379800"/>
            <a:ext cx="8911080" cy="1280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fi-FI" sz="3600" spc="-1" strike="noStrike">
                <a:solidFill>
                  <a:srgbClr val="262626"/>
                </a:solidFill>
                <a:latin typeface="Century Gothic"/>
              </a:rPr>
              <a:t>Excel import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224" name="Callout: Line 4"/>
          <p:cNvSpPr/>
          <p:nvPr/>
        </p:nvSpPr>
        <p:spPr>
          <a:xfrm flipH="1">
            <a:off x="3885480" y="1324800"/>
            <a:ext cx="1402560" cy="555480"/>
          </a:xfrm>
          <a:prstGeom prst="borderCallout1">
            <a:avLst>
              <a:gd name="adj1" fmla="val 40796"/>
              <a:gd name="adj2" fmla="val -14945"/>
              <a:gd name="adj3" fmla="val 48974"/>
              <a:gd name="adj4" fmla="val -149492"/>
            </a:avLst>
          </a:prstGeom>
          <a:solidFill>
            <a:srgbClr val="ffff00"/>
          </a:solidFill>
          <a:ln cap="rnd" w="38100">
            <a:solidFill>
              <a:srgbClr val="0d0d0d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fi-FI" sz="1100" spc="-1" strike="noStrike">
                <a:solidFill>
                  <a:srgbClr val="000000"/>
                </a:solidFill>
                <a:latin typeface="Century Gothic"/>
                <a:ea typeface="DejaVu Sans"/>
              </a:rPr>
              <a:t>Import in Favorites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225" name="Callout: Line 8"/>
          <p:cNvSpPr/>
          <p:nvPr/>
        </p:nvSpPr>
        <p:spPr>
          <a:xfrm flipH="1">
            <a:off x="954720" y="2103120"/>
            <a:ext cx="2930040" cy="1245600"/>
          </a:xfrm>
          <a:prstGeom prst="borderCallout1">
            <a:avLst>
              <a:gd name="adj1" fmla="val 106233"/>
              <a:gd name="adj2" fmla="val 62634"/>
              <a:gd name="adj3" fmla="val 251629"/>
              <a:gd name="adj4" fmla="val 50021"/>
            </a:avLst>
          </a:prstGeom>
          <a:solidFill>
            <a:srgbClr val="ffff00"/>
          </a:solidFill>
          <a:ln cap="rnd" w="38100">
            <a:solidFill>
              <a:srgbClr val="0d0d0d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fi-FI" sz="1200" spc="-1" strike="noStrike">
                <a:solidFill>
                  <a:srgbClr val="000000"/>
                </a:solidFill>
                <a:latin typeface="Century Gothic"/>
                <a:ea typeface="DejaVu Sans"/>
              </a:rPr>
              <a:t>Note that Project name, Task Name, User Name must be correct and exist in Odoo before import. Create excel template with dropdown lookup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226" name="Callout: Line 9"/>
          <p:cNvSpPr/>
          <p:nvPr/>
        </p:nvSpPr>
        <p:spPr>
          <a:xfrm flipH="1">
            <a:off x="6095160" y="2841840"/>
            <a:ext cx="2930040" cy="921240"/>
          </a:xfrm>
          <a:prstGeom prst="borderCallout1">
            <a:avLst>
              <a:gd name="adj1" fmla="val 106233"/>
              <a:gd name="adj2" fmla="val 62634"/>
              <a:gd name="adj3" fmla="val 183001"/>
              <a:gd name="adj4" fmla="val 64019"/>
            </a:avLst>
          </a:prstGeom>
          <a:solidFill>
            <a:srgbClr val="ffff00"/>
          </a:solidFill>
          <a:ln cap="rnd" w="38100">
            <a:solidFill>
              <a:srgbClr val="0d0d0d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fi-FI" sz="1200" spc="-1" strike="noStrike">
                <a:solidFill>
                  <a:srgbClr val="ff0000"/>
                </a:solidFill>
                <a:latin typeface="Century Gothic"/>
                <a:ea typeface="DejaVu Sans"/>
              </a:rPr>
              <a:t>Import creates new rows, does not update</a:t>
            </a:r>
            <a:endParaRPr b="0" lang="en-US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7" name="" descr=""/>
          <p:cNvPicPr/>
          <p:nvPr/>
        </p:nvPicPr>
        <p:blipFill>
          <a:blip r:embed="rId1"/>
          <a:stretch/>
        </p:blipFill>
        <p:spPr>
          <a:xfrm>
            <a:off x="1272240" y="1440000"/>
            <a:ext cx="3756600" cy="4046040"/>
          </a:xfrm>
          <a:prstGeom prst="rect">
            <a:avLst/>
          </a:prstGeom>
          <a:ln w="36720">
            <a:solidFill>
              <a:srgbClr val="3465a4"/>
            </a:solidFill>
            <a:round/>
          </a:ln>
        </p:spPr>
      </p:pic>
      <p:sp>
        <p:nvSpPr>
          <p:cNvPr id="228" name="PlaceHolder 1"/>
          <p:cNvSpPr>
            <a:spLocks noGrp="1"/>
          </p:cNvSpPr>
          <p:nvPr>
            <p:ph type="title"/>
          </p:nvPr>
        </p:nvSpPr>
        <p:spPr>
          <a:xfrm>
            <a:off x="786960" y="379800"/>
            <a:ext cx="8911080" cy="1280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fi-FI" sz="3600" spc="-1" strike="noStrike">
                <a:solidFill>
                  <a:srgbClr val="262626"/>
                </a:solidFill>
                <a:latin typeface="Century Gothic"/>
              </a:rPr>
              <a:t>Hour Bank report</a:t>
            </a:r>
            <a:endParaRPr b="0" lang="en-US" sz="3600" spc="-1" strike="noStrike">
              <a:latin typeface="Arial"/>
            </a:endParaRPr>
          </a:p>
        </p:txBody>
      </p:sp>
      <p:pic>
        <p:nvPicPr>
          <p:cNvPr id="229" name="" descr=""/>
          <p:cNvPicPr/>
          <p:nvPr/>
        </p:nvPicPr>
        <p:blipFill>
          <a:blip r:embed="rId2"/>
          <a:stretch/>
        </p:blipFill>
        <p:spPr>
          <a:xfrm>
            <a:off x="5570640" y="228600"/>
            <a:ext cx="3344400" cy="3428640"/>
          </a:xfrm>
          <a:prstGeom prst="rect">
            <a:avLst/>
          </a:prstGeom>
          <a:ln w="36720">
            <a:solidFill>
              <a:srgbClr val="3465a4"/>
            </a:solidFill>
            <a:round/>
          </a:ln>
        </p:spPr>
      </p:pic>
      <p:pic>
        <p:nvPicPr>
          <p:cNvPr id="230" name="" descr=""/>
          <p:cNvPicPr/>
          <p:nvPr/>
        </p:nvPicPr>
        <p:blipFill>
          <a:blip r:embed="rId3"/>
          <a:stretch/>
        </p:blipFill>
        <p:spPr>
          <a:xfrm>
            <a:off x="5486400" y="3921840"/>
            <a:ext cx="6400440" cy="2727720"/>
          </a:xfrm>
          <a:prstGeom prst="rect">
            <a:avLst/>
          </a:prstGeom>
          <a:ln w="36720">
            <a:solidFill>
              <a:srgbClr val="3465a4"/>
            </a:solidFill>
            <a:round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PlaceHolder 1"/>
          <p:cNvSpPr>
            <a:spLocks noGrp="1"/>
          </p:cNvSpPr>
          <p:nvPr>
            <p:ph type="title"/>
          </p:nvPr>
        </p:nvSpPr>
        <p:spPr>
          <a:xfrm>
            <a:off x="786960" y="379800"/>
            <a:ext cx="8911080" cy="1280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US" sz="4400" spc="-1" strike="noStrike">
                <a:latin typeface="Arial"/>
              </a:rPr>
              <a:t>Edit Leave types</a:t>
            </a:r>
            <a:endParaRPr b="0" lang="en-US" sz="4400" spc="-1" strike="noStrike">
              <a:latin typeface="Arial"/>
            </a:endParaRPr>
          </a:p>
        </p:txBody>
      </p:sp>
      <p:pic>
        <p:nvPicPr>
          <p:cNvPr id="232" name="" descr=""/>
          <p:cNvPicPr/>
          <p:nvPr/>
        </p:nvPicPr>
        <p:blipFill>
          <a:blip r:embed="rId1"/>
          <a:stretch/>
        </p:blipFill>
        <p:spPr>
          <a:xfrm>
            <a:off x="1154880" y="3200400"/>
            <a:ext cx="9132120" cy="19270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PlaceHolder 1"/>
          <p:cNvSpPr>
            <a:spLocks noGrp="1"/>
          </p:cNvSpPr>
          <p:nvPr>
            <p:ph type="title"/>
          </p:nvPr>
        </p:nvSpPr>
        <p:spPr>
          <a:xfrm>
            <a:off x="786960" y="379800"/>
            <a:ext cx="8911080" cy="1280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US" sz="4400" spc="-1" strike="noStrike">
                <a:latin typeface="Arial"/>
              </a:rPr>
              <a:t>Import Public Holidays</a:t>
            </a:r>
            <a:endParaRPr b="0" lang="en-US" sz="4400" spc="-1" strike="noStrike">
              <a:latin typeface="Arial"/>
            </a:endParaRPr>
          </a:p>
        </p:txBody>
      </p:sp>
      <p:pic>
        <p:nvPicPr>
          <p:cNvPr id="234" name="" descr=""/>
          <p:cNvPicPr/>
          <p:nvPr/>
        </p:nvPicPr>
        <p:blipFill>
          <a:blip r:embed="rId1"/>
          <a:stretch/>
        </p:blipFill>
        <p:spPr>
          <a:xfrm>
            <a:off x="533880" y="1600200"/>
            <a:ext cx="6095520" cy="3148200"/>
          </a:xfrm>
          <a:prstGeom prst="rect">
            <a:avLst/>
          </a:prstGeom>
          <a:ln w="36720">
            <a:solidFill>
              <a:srgbClr val="3465a4"/>
            </a:solidFill>
            <a:round/>
          </a:ln>
        </p:spPr>
      </p:pic>
      <p:pic>
        <p:nvPicPr>
          <p:cNvPr id="235" name="" descr=""/>
          <p:cNvPicPr/>
          <p:nvPr/>
        </p:nvPicPr>
        <p:blipFill>
          <a:blip r:embed="rId2"/>
          <a:stretch/>
        </p:blipFill>
        <p:spPr>
          <a:xfrm>
            <a:off x="2743200" y="3089520"/>
            <a:ext cx="7531920" cy="2396880"/>
          </a:xfrm>
          <a:prstGeom prst="rect">
            <a:avLst/>
          </a:prstGeom>
          <a:ln w="36720">
            <a:solidFill>
              <a:srgbClr val="3465a4"/>
            </a:solidFill>
            <a:round/>
          </a:ln>
        </p:spPr>
      </p:pic>
      <p:pic>
        <p:nvPicPr>
          <p:cNvPr id="236" name="" descr=""/>
          <p:cNvPicPr/>
          <p:nvPr/>
        </p:nvPicPr>
        <p:blipFill>
          <a:blip r:embed="rId3"/>
          <a:stretch/>
        </p:blipFill>
        <p:spPr>
          <a:xfrm>
            <a:off x="4583880" y="4871520"/>
            <a:ext cx="7074720" cy="1757880"/>
          </a:xfrm>
          <a:prstGeom prst="rect">
            <a:avLst/>
          </a:prstGeom>
          <a:ln w="36720">
            <a:solidFill>
              <a:srgbClr val="3465a4"/>
            </a:solidFill>
            <a:round/>
          </a:ln>
        </p:spPr>
      </p:pic>
      <p:sp>
        <p:nvSpPr>
          <p:cNvPr id="237" name="Callout: Line 3"/>
          <p:cNvSpPr/>
          <p:nvPr/>
        </p:nvSpPr>
        <p:spPr>
          <a:xfrm flipH="1">
            <a:off x="2514600" y="1959120"/>
            <a:ext cx="1402560" cy="555480"/>
          </a:xfrm>
          <a:prstGeom prst="borderCallout1">
            <a:avLst>
              <a:gd name="adj1" fmla="val 123121"/>
              <a:gd name="adj2" fmla="val 66230"/>
              <a:gd name="adj3" fmla="val 157383"/>
              <a:gd name="adj4" fmla="val 152809"/>
            </a:avLst>
          </a:prstGeom>
          <a:solidFill>
            <a:srgbClr val="ffff00"/>
          </a:solidFill>
          <a:ln cap="rnd" w="38100">
            <a:solidFill>
              <a:srgbClr val="0d0d0d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fi-FI" sz="1100" spc="-1" strike="noStrike">
                <a:solidFill>
                  <a:srgbClr val="000000"/>
                </a:solidFill>
                <a:latin typeface="Century Gothic"/>
                <a:ea typeface="DejaVu Sans"/>
              </a:rPr>
              <a:t>Click Import Public Holidays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238" name="Callout: Line 17"/>
          <p:cNvSpPr/>
          <p:nvPr/>
        </p:nvSpPr>
        <p:spPr>
          <a:xfrm flipH="1">
            <a:off x="5029200" y="2743200"/>
            <a:ext cx="1402560" cy="555480"/>
          </a:xfrm>
          <a:prstGeom prst="borderCallout1">
            <a:avLst>
              <a:gd name="adj1" fmla="val 123121"/>
              <a:gd name="adj2" fmla="val 66230"/>
              <a:gd name="adj3" fmla="val 157383"/>
              <a:gd name="adj4" fmla="val 152809"/>
            </a:avLst>
          </a:prstGeom>
          <a:solidFill>
            <a:srgbClr val="ffff00"/>
          </a:solidFill>
          <a:ln cap="rnd" w="38100">
            <a:solidFill>
              <a:srgbClr val="0d0d0d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fi-FI" sz="1100" spc="-1" strike="noStrike">
                <a:solidFill>
                  <a:srgbClr val="000000"/>
                </a:solidFill>
                <a:latin typeface="Century Gothic"/>
                <a:ea typeface="DejaVu Sans"/>
              </a:rPr>
              <a:t>Edit Holidays and then click Write to...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239" name="Callout: Line 18"/>
          <p:cNvSpPr/>
          <p:nvPr/>
        </p:nvSpPr>
        <p:spPr>
          <a:xfrm flipH="1">
            <a:off x="8458200" y="4572000"/>
            <a:ext cx="1402560" cy="555480"/>
          </a:xfrm>
          <a:prstGeom prst="borderCallout1">
            <a:avLst>
              <a:gd name="adj1" fmla="val 123121"/>
              <a:gd name="adj2" fmla="val 66230"/>
              <a:gd name="adj3" fmla="val 157383"/>
              <a:gd name="adj4" fmla="val 152809"/>
            </a:avLst>
          </a:prstGeom>
          <a:solidFill>
            <a:srgbClr val="ffff00"/>
          </a:solidFill>
          <a:ln cap="rnd" w="38100">
            <a:solidFill>
              <a:srgbClr val="0d0d0d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fi-FI" sz="1100" spc="-1" strike="noStrike">
                <a:solidFill>
                  <a:srgbClr val="000000"/>
                </a:solidFill>
                <a:latin typeface="Century Gothic"/>
                <a:ea typeface="DejaVu Sans"/>
              </a:rPr>
              <a:t>Edit Holidays in Odoo setiings</a:t>
            </a:r>
            <a:endParaRPr b="0" lang="en-US" sz="11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PlaceHolder 1"/>
          <p:cNvSpPr>
            <a:spLocks noGrp="1"/>
          </p:cNvSpPr>
          <p:nvPr>
            <p:ph type="title"/>
          </p:nvPr>
        </p:nvSpPr>
        <p:spPr>
          <a:xfrm>
            <a:off x="786960" y="379800"/>
            <a:ext cx="8911080" cy="1280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US" sz="4400" spc="-1" strike="noStrike">
                <a:latin typeface="Arial"/>
              </a:rPr>
              <a:t>Modify company working calendar</a:t>
            </a:r>
            <a:endParaRPr b="0" lang="en-US" sz="4400" spc="-1" strike="noStrike">
              <a:latin typeface="Arial"/>
            </a:endParaRPr>
          </a:p>
        </p:txBody>
      </p:sp>
      <p:pic>
        <p:nvPicPr>
          <p:cNvPr id="241" name="" descr=""/>
          <p:cNvPicPr/>
          <p:nvPr/>
        </p:nvPicPr>
        <p:blipFill>
          <a:blip r:embed="rId1"/>
          <a:stretch/>
        </p:blipFill>
        <p:spPr>
          <a:xfrm>
            <a:off x="631800" y="1600200"/>
            <a:ext cx="4168800" cy="3885840"/>
          </a:xfrm>
          <a:prstGeom prst="rect">
            <a:avLst/>
          </a:prstGeom>
          <a:ln w="36720">
            <a:solidFill>
              <a:srgbClr val="3465a4"/>
            </a:solidFill>
            <a:round/>
          </a:ln>
        </p:spPr>
      </p:pic>
      <p:pic>
        <p:nvPicPr>
          <p:cNvPr id="242" name="" descr=""/>
          <p:cNvPicPr/>
          <p:nvPr/>
        </p:nvPicPr>
        <p:blipFill>
          <a:blip r:embed="rId2"/>
          <a:stretch/>
        </p:blipFill>
        <p:spPr>
          <a:xfrm>
            <a:off x="4572000" y="3367080"/>
            <a:ext cx="7074720" cy="3033720"/>
          </a:xfrm>
          <a:prstGeom prst="rect">
            <a:avLst/>
          </a:prstGeom>
          <a:ln w="36720">
            <a:solidFill>
              <a:srgbClr val="3465a4"/>
            </a:solidFill>
            <a:round/>
          </a:ln>
        </p:spPr>
      </p:pic>
      <p:sp>
        <p:nvSpPr>
          <p:cNvPr id="243" name="Callout: Line 19"/>
          <p:cNvSpPr/>
          <p:nvPr/>
        </p:nvSpPr>
        <p:spPr>
          <a:xfrm flipH="1">
            <a:off x="2940840" y="2971800"/>
            <a:ext cx="1402560" cy="555480"/>
          </a:xfrm>
          <a:prstGeom prst="borderCallout1">
            <a:avLst>
              <a:gd name="adj1" fmla="val 123121"/>
              <a:gd name="adj2" fmla="val 66230"/>
              <a:gd name="adj3" fmla="val 294365"/>
              <a:gd name="adj4" fmla="val 80497"/>
            </a:avLst>
          </a:prstGeom>
          <a:solidFill>
            <a:srgbClr val="ffff00"/>
          </a:solidFill>
          <a:ln cap="rnd" w="38100">
            <a:solidFill>
              <a:srgbClr val="0d0d0d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fi-FI" sz="1100" spc="-1" strike="noStrike">
                <a:solidFill>
                  <a:srgbClr val="000000"/>
                </a:solidFill>
                <a:latin typeface="Century Gothic"/>
                <a:ea typeface="DejaVu Sans"/>
              </a:rPr>
              <a:t>Click Calendar arrow to edit...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244" name="Callout: Line 20"/>
          <p:cNvSpPr/>
          <p:nvPr/>
        </p:nvSpPr>
        <p:spPr>
          <a:xfrm flipH="1">
            <a:off x="8001000" y="2514600"/>
            <a:ext cx="1402560" cy="1143000"/>
          </a:xfrm>
          <a:prstGeom prst="borderCallout1">
            <a:avLst>
              <a:gd name="adj1" fmla="val 123121"/>
              <a:gd name="adj2" fmla="val 66230"/>
              <a:gd name="adj3" fmla="val 198709"/>
              <a:gd name="adj4" fmla="val 108493"/>
            </a:avLst>
          </a:prstGeom>
          <a:solidFill>
            <a:srgbClr val="ffff00"/>
          </a:solidFill>
          <a:ln cap="rnd" w="38100">
            <a:solidFill>
              <a:srgbClr val="0d0d0d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fi-FI" sz="1100" spc="-1" strike="noStrike">
                <a:solidFill>
                  <a:srgbClr val="000000"/>
                </a:solidFill>
                <a:latin typeface="Century Gothic"/>
                <a:ea typeface="DejaVu Sans"/>
              </a:rPr>
              <a:t>Simplify your calendar, we use 37.5h/week, 7.5 h per day.</a:t>
            </a:r>
            <a:endParaRPr b="0" lang="en-US" sz="11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PlaceHolder 1"/>
          <p:cNvSpPr>
            <a:spLocks noGrp="1"/>
          </p:cNvSpPr>
          <p:nvPr>
            <p:ph type="title"/>
          </p:nvPr>
        </p:nvSpPr>
        <p:spPr>
          <a:xfrm>
            <a:off x="786960" y="379800"/>
            <a:ext cx="8911080" cy="1280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fi-FI" sz="3600" spc="-1" strike="noStrike">
                <a:solidFill>
                  <a:srgbClr val="262626"/>
                </a:solidFill>
                <a:latin typeface="Century Gothic"/>
              </a:rPr>
              <a:t>Remember to Click </a:t>
            </a:r>
            <a:r>
              <a:rPr b="1" lang="fi-FI" sz="3600" spc="-1" strike="noStrike">
                <a:solidFill>
                  <a:srgbClr val="262626"/>
                </a:solidFill>
                <a:latin typeface="Century Gothic"/>
              </a:rPr>
              <a:t>Donate</a:t>
            </a:r>
            <a:endParaRPr b="0" lang="en-US" sz="3600" spc="-1" strike="noStrike">
              <a:latin typeface="Arial"/>
            </a:endParaRPr>
          </a:p>
        </p:txBody>
      </p:sp>
      <p:pic>
        <p:nvPicPr>
          <p:cNvPr id="246" name="Picture 2" descr=""/>
          <p:cNvPicPr/>
          <p:nvPr/>
        </p:nvPicPr>
        <p:blipFill>
          <a:blip r:embed="rId1"/>
          <a:stretch/>
        </p:blipFill>
        <p:spPr>
          <a:xfrm>
            <a:off x="597960" y="1430280"/>
            <a:ext cx="11277000" cy="4934880"/>
          </a:xfrm>
          <a:prstGeom prst="rect">
            <a:avLst/>
          </a:prstGeom>
          <a:ln cap="rnd" w="0">
            <a:solidFill>
              <a:srgbClr val="000000"/>
            </a:solidFill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299</TotalTime>
  <Application>LibreOffice/7.3.7.2$Linux_X86_64 LibreOffice_project/30$Build-2</Application>
  <AppVersion>15.0000</AppVersion>
  <Words>587</Words>
  <Paragraphs>67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2020-01-28T08:52:24Z</dcterms:created>
  <dc:creator>Antti Kärki</dc:creator>
  <dc:description/>
  <dc:language>en-US</dc:language>
  <cp:lastModifiedBy/>
  <dcterms:modified xsi:type="dcterms:W3CDTF">2024-01-26T12:26:33Z</dcterms:modified>
  <cp:revision>51</cp:revision>
  <dc:subject/>
  <dc:title>Rocker Reporting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Widescreen</vt:lpwstr>
  </property>
  <property fmtid="{D5CDD505-2E9C-101B-9397-08002B2CF9AE}" pid="3" name="Slides">
    <vt:i4>15</vt:i4>
  </property>
</Properties>
</file>